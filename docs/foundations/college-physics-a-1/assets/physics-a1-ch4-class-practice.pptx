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345" r:id="rId2"/>
    <p:sldId id="339" r:id="rId3"/>
    <p:sldId id="343" r:id="rId4"/>
  </p:sldIdLst>
  <p:sldSz cx="9144000" cy="5715000" type="screen16x10"/>
  <p:notesSz cx="6858000" cy="9144000"/>
  <p:custDataLst>
    <p:tags r:id="rId7"/>
  </p:custDataLst>
  <p:defaultTextStyle>
    <a:defPPr>
      <a:defRPr lang="en-US"/>
    </a:defPPr>
    <a:lvl1pPr algn="l" defTabSz="457200" rtl="0" fontAlgn="base">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fontAlgn="base">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fontAlgn="base">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fontAlgn="base">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fontAlgn="base">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3599">
          <p15:clr>
            <a:srgbClr val="A4A3A4"/>
          </p15:clr>
        </p15:guide>
        <p15:guide id="2" pos="575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FFFF66"/>
    <a:srgbClr val="CCFFFF"/>
    <a:srgbClr val="000099"/>
    <a:srgbClr val="FF0000"/>
    <a:srgbClr val="FF9966"/>
    <a:srgbClr val="FF0066"/>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p:cViewPr varScale="1">
        <p:scale>
          <a:sx n="98" d="100"/>
          <a:sy n="98" d="100"/>
        </p:scale>
        <p:origin x="826" y="-48"/>
      </p:cViewPr>
      <p:guideLst>
        <p:guide orient="horz" pos="3599"/>
        <p:guide pos="575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tags" Target="tags/tag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4F525590-B041-F523-B7DC-CF6CAD289422}"/>
              </a:ext>
            </a:extLst>
          </p:cNvPr>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eaLnBrk="1" fontAlgn="auto" hangingPunct="1">
              <a:spcBef>
                <a:spcPts val="0"/>
              </a:spcBef>
              <a:spcAft>
                <a:spcPts val="0"/>
              </a:spcAft>
              <a:defRPr sz="1200">
                <a:latin typeface="+mn-lt"/>
              </a:defRPr>
            </a:lvl1pPr>
          </a:lstStyle>
          <a:p>
            <a:pPr>
              <a:defRPr/>
            </a:pPr>
            <a:endParaRPr lang="en-US" altLang="zh-CN"/>
          </a:p>
        </p:txBody>
      </p:sp>
      <p:sp>
        <p:nvSpPr>
          <p:cNvPr id="3075" name="Rectangle 3">
            <a:extLst>
              <a:ext uri="{FF2B5EF4-FFF2-40B4-BE49-F238E27FC236}">
                <a16:creationId xmlns:a16="http://schemas.microsoft.com/office/drawing/2014/main" id="{FF4E7FA7-9420-B419-F311-074CF5E01BBA}"/>
              </a:ext>
            </a:extLst>
          </p:cNvPr>
          <p:cNvSpPr>
            <a:spLocks noGrp="1" noChangeArrowheads="1"/>
          </p:cNvSpPr>
          <p:nvPr>
            <p:ph type="dt" sz="quarter"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lgn="r" eaLnBrk="1" fontAlgn="auto" hangingPunct="1">
              <a:spcBef>
                <a:spcPts val="0"/>
              </a:spcBef>
              <a:spcAft>
                <a:spcPts val="0"/>
              </a:spcAft>
              <a:defRPr sz="1200">
                <a:latin typeface="+mn-lt"/>
              </a:defRPr>
            </a:lvl1pPr>
          </a:lstStyle>
          <a:p>
            <a:pPr>
              <a:defRPr/>
            </a:pPr>
            <a:endParaRPr lang="en-US" altLang="zh-CN"/>
          </a:p>
        </p:txBody>
      </p:sp>
      <p:sp>
        <p:nvSpPr>
          <p:cNvPr id="3076" name="Rectangle 4">
            <a:extLst>
              <a:ext uri="{FF2B5EF4-FFF2-40B4-BE49-F238E27FC236}">
                <a16:creationId xmlns:a16="http://schemas.microsoft.com/office/drawing/2014/main" id="{A06E4B1A-57E1-D1F5-8DA5-485097F1D0BF}"/>
              </a:ext>
            </a:extLst>
          </p:cNvPr>
          <p:cNvSpPr>
            <a:spLocks noGrp="1" noChangeArrowheads="1"/>
          </p:cNvSpPr>
          <p:nvPr>
            <p:ph type="ftr" sz="quarter" idx="2"/>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lstStyle>
            <a:lvl1pPr eaLnBrk="1" fontAlgn="auto" hangingPunct="1">
              <a:spcBef>
                <a:spcPts val="0"/>
              </a:spcBef>
              <a:spcAft>
                <a:spcPts val="0"/>
              </a:spcAft>
              <a:defRPr sz="1200">
                <a:latin typeface="+mn-lt"/>
              </a:defRPr>
            </a:lvl1pPr>
          </a:lstStyle>
          <a:p>
            <a:pPr>
              <a:defRPr/>
            </a:pPr>
            <a:endParaRPr lang="en-US" altLang="zh-CN"/>
          </a:p>
        </p:txBody>
      </p:sp>
      <p:sp>
        <p:nvSpPr>
          <p:cNvPr id="3077" name="Rectangle 5">
            <a:extLst>
              <a:ext uri="{FF2B5EF4-FFF2-40B4-BE49-F238E27FC236}">
                <a16:creationId xmlns:a16="http://schemas.microsoft.com/office/drawing/2014/main" id="{8F1EDBE3-B504-040E-849E-5A393CD24BF0}"/>
              </a:ext>
            </a:extLst>
          </p:cNvPr>
          <p:cNvSpPr>
            <a:spLocks noGrp="1" noChangeArrowheads="1"/>
          </p:cNvSpPr>
          <p:nvPr>
            <p:ph type="sldNum" sz="quarter" idx="3"/>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a:ea typeface="宋体" panose="02010600030101010101" pitchFamily="2" charset="-122"/>
              </a:defRPr>
            </a:lvl1pPr>
          </a:lstStyle>
          <a:p>
            <a:fld id="{755D1411-DF5F-461A-B44A-435B66062E8D}" type="slidenum">
              <a:rPr lang="en-US" altLang="zh-CN"/>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B490E242-8AED-AF8F-54CB-5E2B5CB16065}"/>
              </a:ext>
            </a:extLst>
          </p:cNvPr>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eaLnBrk="1" fontAlgn="auto" hangingPunct="1">
              <a:spcBef>
                <a:spcPts val="0"/>
              </a:spcBef>
              <a:spcAft>
                <a:spcPts val="0"/>
              </a:spcAft>
              <a:defRPr sz="1200">
                <a:latin typeface="+mn-lt"/>
              </a:defRPr>
            </a:lvl1pPr>
          </a:lstStyle>
          <a:p>
            <a:pPr>
              <a:defRPr/>
            </a:pPr>
            <a:endParaRPr lang="en-US" altLang="zh-CN"/>
          </a:p>
        </p:txBody>
      </p:sp>
      <p:sp>
        <p:nvSpPr>
          <p:cNvPr id="2051" name="Rectangle 3">
            <a:extLst>
              <a:ext uri="{FF2B5EF4-FFF2-40B4-BE49-F238E27FC236}">
                <a16:creationId xmlns:a16="http://schemas.microsoft.com/office/drawing/2014/main" id="{D484E90F-9FEE-07D3-52E9-1F74E8D93037}"/>
              </a:ext>
            </a:extLst>
          </p:cNvPr>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lgn="r" eaLnBrk="1" fontAlgn="auto" hangingPunct="1">
              <a:spcBef>
                <a:spcPts val="0"/>
              </a:spcBef>
              <a:spcAft>
                <a:spcPts val="0"/>
              </a:spcAft>
              <a:defRPr sz="1200">
                <a:latin typeface="+mn-lt"/>
              </a:defRPr>
            </a:lvl1pPr>
          </a:lstStyle>
          <a:p>
            <a:pPr>
              <a:defRPr/>
            </a:pPr>
            <a:endParaRPr lang="en-US" altLang="zh-CN"/>
          </a:p>
        </p:txBody>
      </p:sp>
      <p:sp>
        <p:nvSpPr>
          <p:cNvPr id="3076" name="Rectangle 4">
            <a:extLst>
              <a:ext uri="{FF2B5EF4-FFF2-40B4-BE49-F238E27FC236}">
                <a16:creationId xmlns:a16="http://schemas.microsoft.com/office/drawing/2014/main" id="{01AECF2D-497D-FC5A-71EF-96BA7D5E92DB}"/>
              </a:ext>
            </a:extLst>
          </p:cNvPr>
          <p:cNvSpPr>
            <a:spLocks noGrp="1" noRot="1" noChangeAspect="1" noChangeArrowheads="1"/>
          </p:cNvSpPr>
          <p:nvPr>
            <p:ph type="sldImg" idx="4294967295"/>
          </p:nvPr>
        </p:nvSpPr>
        <p:spPr bwMode="auto">
          <a:xfrm>
            <a:off x="685800" y="685800"/>
            <a:ext cx="54864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a:extLst>
              <a:ext uri="{FF2B5EF4-FFF2-40B4-BE49-F238E27FC236}">
                <a16:creationId xmlns:a16="http://schemas.microsoft.com/office/drawing/2014/main" id="{D52E7B61-811A-C82B-E18E-2A86D8CD7EEF}"/>
              </a:ext>
            </a:extLst>
          </p:cNvPr>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p>
            <a:pPr lvl="0"/>
            <a:r>
              <a:rPr lang="zh-CN" altLang="en-US" noProof="0"/>
              <a:t>单击以编辑母版文本样式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a:extLst>
              <a:ext uri="{FF2B5EF4-FFF2-40B4-BE49-F238E27FC236}">
                <a16:creationId xmlns:a16="http://schemas.microsoft.com/office/drawing/2014/main" id="{3A65F48D-C9C9-A3A8-46F8-DC17BC3596A9}"/>
              </a:ext>
            </a:extLst>
          </p:cNvPr>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lstStyle>
            <a:lvl1pPr eaLnBrk="1" fontAlgn="auto" hangingPunct="1">
              <a:spcBef>
                <a:spcPts val="0"/>
              </a:spcBef>
              <a:spcAft>
                <a:spcPts val="0"/>
              </a:spcAft>
              <a:defRPr sz="1200">
                <a:latin typeface="+mn-lt"/>
              </a:defRPr>
            </a:lvl1pPr>
          </a:lstStyle>
          <a:p>
            <a:pPr>
              <a:defRPr/>
            </a:pPr>
            <a:endParaRPr lang="en-US" altLang="zh-CN"/>
          </a:p>
        </p:txBody>
      </p:sp>
      <p:sp>
        <p:nvSpPr>
          <p:cNvPr id="2055" name="Rectangle 7">
            <a:extLst>
              <a:ext uri="{FF2B5EF4-FFF2-40B4-BE49-F238E27FC236}">
                <a16:creationId xmlns:a16="http://schemas.microsoft.com/office/drawing/2014/main" id="{BBBCAA3A-659D-DB6B-3986-9D58F088E4B2}"/>
              </a:ext>
            </a:extLst>
          </p:cNvPr>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a:latin typeface="等线" panose="02010600030101010101" pitchFamily="2" charset="-122"/>
              </a:defRPr>
            </a:lvl1pPr>
          </a:lstStyle>
          <a:p>
            <a:fld id="{0A06310D-3961-4439-AAEB-5695D76C268E}"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p:spPr>
        <p:txBody>
          <a:bodyPr anchor="b"/>
          <a:lstStyle>
            <a:lvl1pPr algn="ctr">
              <a:defRPr sz="4500"/>
            </a:lvl1pPr>
          </a:lstStyle>
          <a:p>
            <a:r>
              <a:rPr lang="zh-CN" altLang="en-US" noProof="1"/>
              <a:t>单击此处编辑母版标题样式</a:t>
            </a:r>
            <a:endParaRPr lang="en-US" noProof="1"/>
          </a:p>
        </p:txBody>
      </p:sp>
      <p:sp>
        <p:nvSpPr>
          <p:cNvPr id="3" name="Subtitle 2"/>
          <p:cNvSpPr>
            <a:spLocks noGrp="1"/>
          </p:cNvSpPr>
          <p:nvPr>
            <p:ph type="subTitle" idx="1" hasCustomPrompt="1"/>
          </p:nvPr>
        </p:nvSpPr>
        <p:spPr>
          <a:xfrm>
            <a:off x="1143000" y="3001698"/>
            <a:ext cx="6858000" cy="137980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单击以编辑母版副标题样式</a:t>
            </a:r>
            <a:endParaRPr lang="en-US" noProof="1"/>
          </a:p>
        </p:txBody>
      </p:sp>
      <p:sp>
        <p:nvSpPr>
          <p:cNvPr id="4" name="Date Placeholder 3">
            <a:extLst>
              <a:ext uri="{FF2B5EF4-FFF2-40B4-BE49-F238E27FC236}">
                <a16:creationId xmlns:a16="http://schemas.microsoft.com/office/drawing/2014/main" id="{A38B5B02-5792-13C5-6C3A-BE3EAB9522B9}"/>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5F4F09E0-94B9-70F2-800D-A3598F97B220}"/>
              </a:ext>
            </a:extLst>
          </p:cNvPr>
          <p:cNvSpPr>
            <a:spLocks noGrp="1"/>
          </p:cNvSpPr>
          <p:nvPr>
            <p:ph type="ftr" sz="quarter" idx="11"/>
          </p:nvPr>
        </p:nvSpPr>
        <p:spPr/>
        <p:txBody>
          <a:bodyPr/>
          <a:lstStyle>
            <a:lvl1pPr>
              <a:defRPr/>
            </a:lvl1pPr>
          </a:lstStyle>
          <a:p>
            <a:endParaRPr lang="en-US" altLang="zh-CN"/>
          </a:p>
        </p:txBody>
      </p:sp>
      <p:sp>
        <p:nvSpPr>
          <p:cNvPr id="6" name="Slide Number Placeholder 5">
            <a:extLst>
              <a:ext uri="{FF2B5EF4-FFF2-40B4-BE49-F238E27FC236}">
                <a16:creationId xmlns:a16="http://schemas.microsoft.com/office/drawing/2014/main" id="{2C0EF3DB-999A-1D0C-CE4C-45E3A0FD6D5B}"/>
              </a:ext>
            </a:extLst>
          </p:cNvPr>
          <p:cNvSpPr>
            <a:spLocks noGrp="1"/>
          </p:cNvSpPr>
          <p:nvPr>
            <p:ph type="sldNum" sz="quarter" idx="12"/>
          </p:nvPr>
        </p:nvSpPr>
        <p:spPr/>
        <p:txBody>
          <a:bodyPr/>
          <a:lstStyle>
            <a:lvl1pPr>
              <a:defRPr/>
            </a:lvl1pPr>
          </a:lstStyle>
          <a:p>
            <a:fld id="{EFC43656-CF50-4494-BE09-8243AC711BB3}" type="slidenum">
              <a:rPr lang="en-US" altLang="zh-CN"/>
              <a:pPr/>
              <a:t>‹#›</a:t>
            </a:fld>
            <a:endParaRPr lang="en-US" altLang="zh-CN"/>
          </a:p>
        </p:txBody>
      </p:sp>
    </p:spTree>
    <p:extLst>
      <p:ext uri="{BB962C8B-B14F-4D97-AF65-F5344CB8AC3E}">
        <p14:creationId xmlns:p14="http://schemas.microsoft.com/office/powerpoint/2010/main" val="4045295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noProof="1"/>
              <a:t>单击此处编辑母版标题样式</a:t>
            </a:r>
            <a:endParaRPr lang="en-US" noProof="1"/>
          </a:p>
        </p:txBody>
      </p:sp>
      <p:sp>
        <p:nvSpPr>
          <p:cNvPr id="3" name="Content Placeholder 2"/>
          <p:cNvSpPr>
            <a:spLocks noGrp="1"/>
          </p:cNvSpPr>
          <p:nvPr>
            <p:ph idx="1" hasCustomPrompt="1"/>
          </p:nvPr>
        </p:nvSpPr>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Date Placeholder 3">
            <a:extLst>
              <a:ext uri="{FF2B5EF4-FFF2-40B4-BE49-F238E27FC236}">
                <a16:creationId xmlns:a16="http://schemas.microsoft.com/office/drawing/2014/main" id="{E351E07D-D671-93D6-6896-1BC51E999581}"/>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B59CA25D-1859-F0FE-210A-7793F97712CA}"/>
              </a:ext>
            </a:extLst>
          </p:cNvPr>
          <p:cNvSpPr>
            <a:spLocks noGrp="1"/>
          </p:cNvSpPr>
          <p:nvPr>
            <p:ph type="ftr" sz="quarter" idx="11"/>
          </p:nvPr>
        </p:nvSpPr>
        <p:spPr/>
        <p:txBody>
          <a:bodyPr/>
          <a:lstStyle>
            <a:lvl1pPr>
              <a:defRPr/>
            </a:lvl1pPr>
          </a:lstStyle>
          <a:p>
            <a:endParaRPr lang="en-US" altLang="zh-CN"/>
          </a:p>
        </p:txBody>
      </p:sp>
      <p:sp>
        <p:nvSpPr>
          <p:cNvPr id="6" name="Slide Number Placeholder 5">
            <a:extLst>
              <a:ext uri="{FF2B5EF4-FFF2-40B4-BE49-F238E27FC236}">
                <a16:creationId xmlns:a16="http://schemas.microsoft.com/office/drawing/2014/main" id="{4F8EBDF1-2484-8F00-25B0-4D21BDBE043B}"/>
              </a:ext>
            </a:extLst>
          </p:cNvPr>
          <p:cNvSpPr>
            <a:spLocks noGrp="1"/>
          </p:cNvSpPr>
          <p:nvPr>
            <p:ph type="sldNum" sz="quarter" idx="12"/>
          </p:nvPr>
        </p:nvSpPr>
        <p:spPr/>
        <p:txBody>
          <a:bodyPr/>
          <a:lstStyle>
            <a:lvl1pPr>
              <a:defRPr/>
            </a:lvl1pPr>
          </a:lstStyle>
          <a:p>
            <a:fld id="{A7D74D12-2E13-4CFD-9A57-2AA17D804A8C}" type="slidenum">
              <a:rPr lang="en-US" altLang="zh-CN"/>
              <a:pPr/>
              <a:t>‹#›</a:t>
            </a:fld>
            <a:endParaRPr lang="en-US" altLang="zh-CN"/>
          </a:p>
        </p:txBody>
      </p:sp>
    </p:spTree>
    <p:extLst>
      <p:ext uri="{BB962C8B-B14F-4D97-AF65-F5344CB8AC3E}">
        <p14:creationId xmlns:p14="http://schemas.microsoft.com/office/powerpoint/2010/main" val="3204285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424782"/>
            <a:ext cx="7886700" cy="2377281"/>
          </a:xfrm>
        </p:spPr>
        <p:txBody>
          <a:bodyPr anchor="b"/>
          <a:lstStyle>
            <a:lvl1pPr>
              <a:defRPr sz="4500"/>
            </a:lvl1pPr>
          </a:lstStyle>
          <a:p>
            <a:r>
              <a:rPr lang="zh-CN" altLang="en-US" noProof="1"/>
              <a:t>单击此处编辑母版标题样式</a:t>
            </a:r>
            <a:endParaRPr lang="en-US" noProof="1"/>
          </a:p>
        </p:txBody>
      </p:sp>
      <p:sp>
        <p:nvSpPr>
          <p:cNvPr id="3" name="Text Placeholder 2"/>
          <p:cNvSpPr>
            <a:spLocks noGrp="1"/>
          </p:cNvSpPr>
          <p:nvPr>
            <p:ph type="body" idx="1" hasCustomPrompt="1"/>
          </p:nvPr>
        </p:nvSpPr>
        <p:spPr>
          <a:xfrm>
            <a:off x="623888" y="3824553"/>
            <a:ext cx="7886700" cy="1250156"/>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编辑母版文本样式</a:t>
            </a:r>
          </a:p>
        </p:txBody>
      </p:sp>
      <p:sp>
        <p:nvSpPr>
          <p:cNvPr id="4" name="Date Placeholder 3">
            <a:extLst>
              <a:ext uri="{FF2B5EF4-FFF2-40B4-BE49-F238E27FC236}">
                <a16:creationId xmlns:a16="http://schemas.microsoft.com/office/drawing/2014/main" id="{BD4826A0-7ACE-D7FD-2533-9B1E3A286EBD}"/>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1C486889-60BA-FE99-1328-34E17CD2E403}"/>
              </a:ext>
            </a:extLst>
          </p:cNvPr>
          <p:cNvSpPr>
            <a:spLocks noGrp="1"/>
          </p:cNvSpPr>
          <p:nvPr>
            <p:ph type="ftr" sz="quarter" idx="11"/>
          </p:nvPr>
        </p:nvSpPr>
        <p:spPr/>
        <p:txBody>
          <a:bodyPr/>
          <a:lstStyle>
            <a:lvl1pPr>
              <a:defRPr/>
            </a:lvl1pPr>
          </a:lstStyle>
          <a:p>
            <a:endParaRPr lang="en-US" altLang="zh-CN"/>
          </a:p>
        </p:txBody>
      </p:sp>
      <p:sp>
        <p:nvSpPr>
          <p:cNvPr id="6" name="Slide Number Placeholder 5">
            <a:extLst>
              <a:ext uri="{FF2B5EF4-FFF2-40B4-BE49-F238E27FC236}">
                <a16:creationId xmlns:a16="http://schemas.microsoft.com/office/drawing/2014/main" id="{FD3B6451-BCBC-0767-3995-BBD1E0FE6145}"/>
              </a:ext>
            </a:extLst>
          </p:cNvPr>
          <p:cNvSpPr>
            <a:spLocks noGrp="1"/>
          </p:cNvSpPr>
          <p:nvPr>
            <p:ph type="sldNum" sz="quarter" idx="12"/>
          </p:nvPr>
        </p:nvSpPr>
        <p:spPr/>
        <p:txBody>
          <a:bodyPr/>
          <a:lstStyle>
            <a:lvl1pPr>
              <a:defRPr/>
            </a:lvl1pPr>
          </a:lstStyle>
          <a:p>
            <a:fld id="{4C223B44-C630-4B34-BE9E-37FE33BE3DD1}" type="slidenum">
              <a:rPr lang="en-US" altLang="zh-CN"/>
              <a:pPr/>
              <a:t>‹#›</a:t>
            </a:fld>
            <a:endParaRPr lang="en-US" altLang="zh-CN"/>
          </a:p>
        </p:txBody>
      </p:sp>
    </p:spTree>
    <p:extLst>
      <p:ext uri="{BB962C8B-B14F-4D97-AF65-F5344CB8AC3E}">
        <p14:creationId xmlns:p14="http://schemas.microsoft.com/office/powerpoint/2010/main" val="1032459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noProof="1"/>
              <a:t>单击此处编辑母版标题样式</a:t>
            </a:r>
            <a:endParaRPr lang="en-US" noProof="1"/>
          </a:p>
        </p:txBody>
      </p:sp>
      <p:sp>
        <p:nvSpPr>
          <p:cNvPr id="3" name="Content Placeholder 2"/>
          <p:cNvSpPr>
            <a:spLocks noGrp="1"/>
          </p:cNvSpPr>
          <p:nvPr>
            <p:ph sz="half" idx="1" hasCustomPrompt="1"/>
          </p:nvPr>
        </p:nvSpPr>
        <p:spPr>
          <a:xfrm>
            <a:off x="628650" y="1521354"/>
            <a:ext cx="3886200" cy="3626115"/>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Content Placeholder 3"/>
          <p:cNvSpPr>
            <a:spLocks noGrp="1"/>
          </p:cNvSpPr>
          <p:nvPr>
            <p:ph sz="half" idx="2" hasCustomPrompt="1"/>
          </p:nvPr>
        </p:nvSpPr>
        <p:spPr>
          <a:xfrm>
            <a:off x="4629150" y="1521354"/>
            <a:ext cx="3886200" cy="3626115"/>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5" name="Date Placeholder 3">
            <a:extLst>
              <a:ext uri="{FF2B5EF4-FFF2-40B4-BE49-F238E27FC236}">
                <a16:creationId xmlns:a16="http://schemas.microsoft.com/office/drawing/2014/main" id="{E48E6892-E710-38A2-A01E-6A373AFE2BA3}"/>
              </a:ext>
            </a:extLst>
          </p:cNvPr>
          <p:cNvSpPr>
            <a:spLocks noGrp="1"/>
          </p:cNvSpPr>
          <p:nvPr>
            <p:ph type="dt" sz="half" idx="10"/>
          </p:nvPr>
        </p:nvSpPr>
        <p:spPr/>
        <p:txBody>
          <a:bodyPr/>
          <a:lstStyle>
            <a:lvl1pPr>
              <a:defRPr/>
            </a:lvl1pPr>
          </a:lstStyle>
          <a:p>
            <a:pPr>
              <a:defRPr/>
            </a:pPr>
            <a:endParaRPr lang="en-US" altLang="zh-CN"/>
          </a:p>
        </p:txBody>
      </p:sp>
      <p:sp>
        <p:nvSpPr>
          <p:cNvPr id="6" name="Footer Placeholder 4">
            <a:extLst>
              <a:ext uri="{FF2B5EF4-FFF2-40B4-BE49-F238E27FC236}">
                <a16:creationId xmlns:a16="http://schemas.microsoft.com/office/drawing/2014/main" id="{EF11EF21-3FB9-4EE0-2A56-B18F82158129}"/>
              </a:ext>
            </a:extLst>
          </p:cNvPr>
          <p:cNvSpPr>
            <a:spLocks noGrp="1"/>
          </p:cNvSpPr>
          <p:nvPr>
            <p:ph type="ftr" sz="quarter" idx="11"/>
          </p:nvPr>
        </p:nvSpPr>
        <p:spPr/>
        <p:txBody>
          <a:bodyPr/>
          <a:lstStyle>
            <a:lvl1pPr>
              <a:defRPr/>
            </a:lvl1pPr>
          </a:lstStyle>
          <a:p>
            <a:endParaRPr lang="en-US" altLang="zh-CN"/>
          </a:p>
        </p:txBody>
      </p:sp>
      <p:sp>
        <p:nvSpPr>
          <p:cNvPr id="7" name="Slide Number Placeholder 5">
            <a:extLst>
              <a:ext uri="{FF2B5EF4-FFF2-40B4-BE49-F238E27FC236}">
                <a16:creationId xmlns:a16="http://schemas.microsoft.com/office/drawing/2014/main" id="{D9B59EC6-72E9-A201-82A7-5AD1D6E60EAB}"/>
              </a:ext>
            </a:extLst>
          </p:cNvPr>
          <p:cNvSpPr>
            <a:spLocks noGrp="1"/>
          </p:cNvSpPr>
          <p:nvPr>
            <p:ph type="sldNum" sz="quarter" idx="12"/>
          </p:nvPr>
        </p:nvSpPr>
        <p:spPr/>
        <p:txBody>
          <a:bodyPr/>
          <a:lstStyle>
            <a:lvl1pPr>
              <a:defRPr/>
            </a:lvl1pPr>
          </a:lstStyle>
          <a:p>
            <a:fld id="{1819FFB1-2DE9-4BFE-AD13-A2616B5014ED}" type="slidenum">
              <a:rPr lang="en-US" altLang="zh-CN"/>
              <a:pPr/>
              <a:t>‹#›</a:t>
            </a:fld>
            <a:endParaRPr lang="en-US" altLang="zh-CN"/>
          </a:p>
        </p:txBody>
      </p:sp>
    </p:spTree>
    <p:extLst>
      <p:ext uri="{BB962C8B-B14F-4D97-AF65-F5344CB8AC3E}">
        <p14:creationId xmlns:p14="http://schemas.microsoft.com/office/powerpoint/2010/main" val="1528048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04271"/>
            <a:ext cx="7886700" cy="1104636"/>
          </a:xfrm>
        </p:spPr>
        <p:txBody>
          <a:bodyPr/>
          <a:lstStyle/>
          <a:p>
            <a:r>
              <a:rPr lang="zh-CN" altLang="en-US" noProof="1"/>
              <a:t>单击此处编辑母版标题样式</a:t>
            </a:r>
            <a:endParaRPr lang="en-US" noProof="1"/>
          </a:p>
        </p:txBody>
      </p:sp>
      <p:sp>
        <p:nvSpPr>
          <p:cNvPr id="3" name="Text Placeholder 2"/>
          <p:cNvSpPr>
            <a:spLocks noGrp="1"/>
          </p:cNvSpPr>
          <p:nvPr>
            <p:ph type="body" idx="1" hasCustomPrompt="1"/>
          </p:nvPr>
        </p:nvSpPr>
        <p:spPr>
          <a:xfrm>
            <a:off x="629842" y="1400969"/>
            <a:ext cx="3868340"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编辑母版文本样式</a:t>
            </a:r>
          </a:p>
        </p:txBody>
      </p:sp>
      <p:sp>
        <p:nvSpPr>
          <p:cNvPr id="4" name="Content Placeholder 3"/>
          <p:cNvSpPr>
            <a:spLocks noGrp="1"/>
          </p:cNvSpPr>
          <p:nvPr>
            <p:ph sz="half" idx="2" hasCustomPrompt="1"/>
          </p:nvPr>
        </p:nvSpPr>
        <p:spPr>
          <a:xfrm>
            <a:off x="629842" y="2087563"/>
            <a:ext cx="3868340" cy="3070490"/>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5" name="Text Placeholder 4"/>
          <p:cNvSpPr>
            <a:spLocks noGrp="1"/>
          </p:cNvSpPr>
          <p:nvPr>
            <p:ph type="body" sz="quarter" idx="3" hasCustomPrompt="1"/>
          </p:nvPr>
        </p:nvSpPr>
        <p:spPr>
          <a:xfrm>
            <a:off x="4629150" y="1400969"/>
            <a:ext cx="3887391"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编辑母版文本样式</a:t>
            </a:r>
          </a:p>
        </p:txBody>
      </p:sp>
      <p:sp>
        <p:nvSpPr>
          <p:cNvPr id="6" name="Content Placeholder 5"/>
          <p:cNvSpPr>
            <a:spLocks noGrp="1"/>
          </p:cNvSpPr>
          <p:nvPr>
            <p:ph sz="quarter" idx="4" hasCustomPrompt="1"/>
          </p:nvPr>
        </p:nvSpPr>
        <p:spPr>
          <a:xfrm>
            <a:off x="4629150" y="2087563"/>
            <a:ext cx="3887391" cy="3070490"/>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7" name="Date Placeholder 3">
            <a:extLst>
              <a:ext uri="{FF2B5EF4-FFF2-40B4-BE49-F238E27FC236}">
                <a16:creationId xmlns:a16="http://schemas.microsoft.com/office/drawing/2014/main" id="{1D770463-02AA-738C-61F9-054961167EB1}"/>
              </a:ext>
            </a:extLst>
          </p:cNvPr>
          <p:cNvSpPr>
            <a:spLocks noGrp="1"/>
          </p:cNvSpPr>
          <p:nvPr>
            <p:ph type="dt" sz="half" idx="10"/>
          </p:nvPr>
        </p:nvSpPr>
        <p:spPr/>
        <p:txBody>
          <a:bodyPr/>
          <a:lstStyle>
            <a:lvl1pPr>
              <a:defRPr/>
            </a:lvl1pPr>
          </a:lstStyle>
          <a:p>
            <a:pPr>
              <a:defRPr/>
            </a:pPr>
            <a:endParaRPr lang="en-US" altLang="zh-CN"/>
          </a:p>
        </p:txBody>
      </p:sp>
      <p:sp>
        <p:nvSpPr>
          <p:cNvPr id="8" name="Footer Placeholder 4">
            <a:extLst>
              <a:ext uri="{FF2B5EF4-FFF2-40B4-BE49-F238E27FC236}">
                <a16:creationId xmlns:a16="http://schemas.microsoft.com/office/drawing/2014/main" id="{F9E0ECEC-91A6-00C8-1CC9-5EC1D0458B8D}"/>
              </a:ext>
            </a:extLst>
          </p:cNvPr>
          <p:cNvSpPr>
            <a:spLocks noGrp="1"/>
          </p:cNvSpPr>
          <p:nvPr>
            <p:ph type="ftr" sz="quarter" idx="11"/>
          </p:nvPr>
        </p:nvSpPr>
        <p:spPr/>
        <p:txBody>
          <a:bodyPr/>
          <a:lstStyle>
            <a:lvl1pPr>
              <a:defRPr/>
            </a:lvl1pPr>
          </a:lstStyle>
          <a:p>
            <a:endParaRPr lang="en-US" altLang="zh-CN"/>
          </a:p>
        </p:txBody>
      </p:sp>
      <p:sp>
        <p:nvSpPr>
          <p:cNvPr id="9" name="Slide Number Placeholder 5">
            <a:extLst>
              <a:ext uri="{FF2B5EF4-FFF2-40B4-BE49-F238E27FC236}">
                <a16:creationId xmlns:a16="http://schemas.microsoft.com/office/drawing/2014/main" id="{D7215DF8-2FD9-E3A0-AC0E-CB779FC19292}"/>
              </a:ext>
            </a:extLst>
          </p:cNvPr>
          <p:cNvSpPr>
            <a:spLocks noGrp="1"/>
          </p:cNvSpPr>
          <p:nvPr>
            <p:ph type="sldNum" sz="quarter" idx="12"/>
          </p:nvPr>
        </p:nvSpPr>
        <p:spPr/>
        <p:txBody>
          <a:bodyPr/>
          <a:lstStyle>
            <a:lvl1pPr>
              <a:defRPr/>
            </a:lvl1pPr>
          </a:lstStyle>
          <a:p>
            <a:fld id="{2A7EA0A0-E9BB-43F2-A3D7-300836CCD85F}" type="slidenum">
              <a:rPr lang="en-US" altLang="zh-CN"/>
              <a:pPr/>
              <a:t>‹#›</a:t>
            </a:fld>
            <a:endParaRPr lang="en-US" altLang="zh-CN"/>
          </a:p>
        </p:txBody>
      </p:sp>
    </p:spTree>
    <p:extLst>
      <p:ext uri="{BB962C8B-B14F-4D97-AF65-F5344CB8AC3E}">
        <p14:creationId xmlns:p14="http://schemas.microsoft.com/office/powerpoint/2010/main" val="17327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noProof="1"/>
              <a:t>单击此处编辑母版标题样式</a:t>
            </a:r>
            <a:endParaRPr lang="en-US" noProof="1"/>
          </a:p>
        </p:txBody>
      </p:sp>
      <p:sp>
        <p:nvSpPr>
          <p:cNvPr id="3" name="Date Placeholder 3">
            <a:extLst>
              <a:ext uri="{FF2B5EF4-FFF2-40B4-BE49-F238E27FC236}">
                <a16:creationId xmlns:a16="http://schemas.microsoft.com/office/drawing/2014/main" id="{1D2320AC-85AE-D090-D0D5-4EF2AB4C7F06}"/>
              </a:ext>
            </a:extLst>
          </p:cNvPr>
          <p:cNvSpPr>
            <a:spLocks noGrp="1"/>
          </p:cNvSpPr>
          <p:nvPr>
            <p:ph type="dt" sz="half" idx="10"/>
          </p:nvPr>
        </p:nvSpPr>
        <p:spPr/>
        <p:txBody>
          <a:bodyPr/>
          <a:lstStyle>
            <a:lvl1pPr>
              <a:defRPr/>
            </a:lvl1pPr>
          </a:lstStyle>
          <a:p>
            <a:pPr>
              <a:defRPr/>
            </a:pPr>
            <a:endParaRPr lang="en-US" altLang="zh-CN"/>
          </a:p>
        </p:txBody>
      </p:sp>
      <p:sp>
        <p:nvSpPr>
          <p:cNvPr id="4" name="Footer Placeholder 4">
            <a:extLst>
              <a:ext uri="{FF2B5EF4-FFF2-40B4-BE49-F238E27FC236}">
                <a16:creationId xmlns:a16="http://schemas.microsoft.com/office/drawing/2014/main" id="{4D24B573-9044-ECA0-E6F9-AEFCC3BB5400}"/>
              </a:ext>
            </a:extLst>
          </p:cNvPr>
          <p:cNvSpPr>
            <a:spLocks noGrp="1"/>
          </p:cNvSpPr>
          <p:nvPr>
            <p:ph type="ftr" sz="quarter" idx="11"/>
          </p:nvPr>
        </p:nvSpPr>
        <p:spPr/>
        <p:txBody>
          <a:bodyPr/>
          <a:lstStyle>
            <a:lvl1pPr>
              <a:defRPr/>
            </a:lvl1pPr>
          </a:lstStyle>
          <a:p>
            <a:endParaRPr lang="en-US" altLang="zh-CN"/>
          </a:p>
        </p:txBody>
      </p:sp>
      <p:sp>
        <p:nvSpPr>
          <p:cNvPr id="5" name="Slide Number Placeholder 5">
            <a:extLst>
              <a:ext uri="{FF2B5EF4-FFF2-40B4-BE49-F238E27FC236}">
                <a16:creationId xmlns:a16="http://schemas.microsoft.com/office/drawing/2014/main" id="{7400E9EC-F09B-1511-61AF-4786649FB916}"/>
              </a:ext>
            </a:extLst>
          </p:cNvPr>
          <p:cNvSpPr>
            <a:spLocks noGrp="1"/>
          </p:cNvSpPr>
          <p:nvPr>
            <p:ph type="sldNum" sz="quarter" idx="12"/>
          </p:nvPr>
        </p:nvSpPr>
        <p:spPr/>
        <p:txBody>
          <a:bodyPr/>
          <a:lstStyle>
            <a:lvl1pPr>
              <a:defRPr/>
            </a:lvl1pPr>
          </a:lstStyle>
          <a:p>
            <a:fld id="{D1368B68-E9A4-4550-B044-39B390A774BF}" type="slidenum">
              <a:rPr lang="en-US" altLang="zh-CN"/>
              <a:pPr/>
              <a:t>‹#›</a:t>
            </a:fld>
            <a:endParaRPr lang="en-US" altLang="zh-CN"/>
          </a:p>
        </p:txBody>
      </p:sp>
    </p:spTree>
    <p:extLst>
      <p:ext uri="{BB962C8B-B14F-4D97-AF65-F5344CB8AC3E}">
        <p14:creationId xmlns:p14="http://schemas.microsoft.com/office/powerpoint/2010/main" val="4214556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B260C376-38C8-E75D-697A-2133AAA2AC3C}"/>
              </a:ext>
            </a:extLst>
          </p:cNvPr>
          <p:cNvSpPr>
            <a:spLocks noGrp="1"/>
          </p:cNvSpPr>
          <p:nvPr>
            <p:ph type="dt" sz="half" idx="10"/>
          </p:nvPr>
        </p:nvSpPr>
        <p:spPr/>
        <p:txBody>
          <a:bodyPr/>
          <a:lstStyle>
            <a:lvl1pPr>
              <a:defRPr/>
            </a:lvl1pPr>
          </a:lstStyle>
          <a:p>
            <a:pPr>
              <a:defRPr/>
            </a:pPr>
            <a:endParaRPr lang="en-US" altLang="zh-CN"/>
          </a:p>
        </p:txBody>
      </p:sp>
      <p:sp>
        <p:nvSpPr>
          <p:cNvPr id="3" name="Footer Placeholder 4">
            <a:extLst>
              <a:ext uri="{FF2B5EF4-FFF2-40B4-BE49-F238E27FC236}">
                <a16:creationId xmlns:a16="http://schemas.microsoft.com/office/drawing/2014/main" id="{4BDF6C6E-2B5B-0BB4-FDC1-7C47A360F439}"/>
              </a:ext>
            </a:extLst>
          </p:cNvPr>
          <p:cNvSpPr>
            <a:spLocks noGrp="1"/>
          </p:cNvSpPr>
          <p:nvPr>
            <p:ph type="ftr" sz="quarter" idx="11"/>
          </p:nvPr>
        </p:nvSpPr>
        <p:spPr/>
        <p:txBody>
          <a:bodyPr/>
          <a:lstStyle>
            <a:lvl1pPr>
              <a:defRPr/>
            </a:lvl1pPr>
          </a:lstStyle>
          <a:p>
            <a:endParaRPr lang="en-US" altLang="zh-CN"/>
          </a:p>
        </p:txBody>
      </p:sp>
      <p:sp>
        <p:nvSpPr>
          <p:cNvPr id="4" name="Slide Number Placeholder 5">
            <a:extLst>
              <a:ext uri="{FF2B5EF4-FFF2-40B4-BE49-F238E27FC236}">
                <a16:creationId xmlns:a16="http://schemas.microsoft.com/office/drawing/2014/main" id="{9FDCE665-8295-882A-52A7-56B61BCD5443}"/>
              </a:ext>
            </a:extLst>
          </p:cNvPr>
          <p:cNvSpPr>
            <a:spLocks noGrp="1"/>
          </p:cNvSpPr>
          <p:nvPr>
            <p:ph type="sldNum" sz="quarter" idx="12"/>
          </p:nvPr>
        </p:nvSpPr>
        <p:spPr/>
        <p:txBody>
          <a:bodyPr/>
          <a:lstStyle>
            <a:lvl1pPr>
              <a:defRPr/>
            </a:lvl1pPr>
          </a:lstStyle>
          <a:p>
            <a:fld id="{87A5711A-C6CC-445F-89C4-9CF3DE88DEF2}" type="slidenum">
              <a:rPr lang="en-US" altLang="zh-CN"/>
              <a:pPr/>
              <a:t>‹#›</a:t>
            </a:fld>
            <a:endParaRPr lang="en-US" altLang="zh-CN"/>
          </a:p>
        </p:txBody>
      </p:sp>
    </p:spTree>
    <p:extLst>
      <p:ext uri="{BB962C8B-B14F-4D97-AF65-F5344CB8AC3E}">
        <p14:creationId xmlns:p14="http://schemas.microsoft.com/office/powerpoint/2010/main" val="1046455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zh-CN" altLang="en-US" noProof="1"/>
              <a:t>单击此处编辑母版标题样式</a:t>
            </a:r>
            <a:endParaRPr lang="en-US" noProof="1"/>
          </a:p>
        </p:txBody>
      </p:sp>
      <p:sp>
        <p:nvSpPr>
          <p:cNvPr id="3" name="Content Placeholder 2"/>
          <p:cNvSpPr>
            <a:spLocks noGrp="1"/>
          </p:cNvSpPr>
          <p:nvPr>
            <p:ph idx="1" hasCustomPrompt="1"/>
          </p:nvPr>
        </p:nvSpPr>
        <p:spPr>
          <a:xfrm>
            <a:off x="3887391" y="822855"/>
            <a:ext cx="4629150" cy="406135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Text Placeholder 3"/>
          <p:cNvSpPr>
            <a:spLocks noGrp="1"/>
          </p:cNvSpPr>
          <p:nvPr>
            <p:ph type="body" sz="half" idx="2" hasCustomPrompt="1"/>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编辑母版文本样式</a:t>
            </a:r>
          </a:p>
        </p:txBody>
      </p:sp>
      <p:sp>
        <p:nvSpPr>
          <p:cNvPr id="5" name="Date Placeholder 3">
            <a:extLst>
              <a:ext uri="{FF2B5EF4-FFF2-40B4-BE49-F238E27FC236}">
                <a16:creationId xmlns:a16="http://schemas.microsoft.com/office/drawing/2014/main" id="{CF43EDED-5352-613A-6029-76393F77EFB2}"/>
              </a:ext>
            </a:extLst>
          </p:cNvPr>
          <p:cNvSpPr>
            <a:spLocks noGrp="1"/>
          </p:cNvSpPr>
          <p:nvPr>
            <p:ph type="dt" sz="half" idx="10"/>
          </p:nvPr>
        </p:nvSpPr>
        <p:spPr/>
        <p:txBody>
          <a:bodyPr/>
          <a:lstStyle>
            <a:lvl1pPr>
              <a:defRPr/>
            </a:lvl1pPr>
          </a:lstStyle>
          <a:p>
            <a:pPr>
              <a:defRPr/>
            </a:pPr>
            <a:endParaRPr lang="en-US" altLang="zh-CN"/>
          </a:p>
        </p:txBody>
      </p:sp>
      <p:sp>
        <p:nvSpPr>
          <p:cNvPr id="6" name="Footer Placeholder 4">
            <a:extLst>
              <a:ext uri="{FF2B5EF4-FFF2-40B4-BE49-F238E27FC236}">
                <a16:creationId xmlns:a16="http://schemas.microsoft.com/office/drawing/2014/main" id="{5951D0B9-8CB0-497C-77E1-1A5C9D415466}"/>
              </a:ext>
            </a:extLst>
          </p:cNvPr>
          <p:cNvSpPr>
            <a:spLocks noGrp="1"/>
          </p:cNvSpPr>
          <p:nvPr>
            <p:ph type="ftr" sz="quarter" idx="11"/>
          </p:nvPr>
        </p:nvSpPr>
        <p:spPr/>
        <p:txBody>
          <a:bodyPr/>
          <a:lstStyle>
            <a:lvl1pPr>
              <a:defRPr/>
            </a:lvl1pPr>
          </a:lstStyle>
          <a:p>
            <a:endParaRPr lang="en-US" altLang="zh-CN"/>
          </a:p>
        </p:txBody>
      </p:sp>
      <p:sp>
        <p:nvSpPr>
          <p:cNvPr id="7" name="Slide Number Placeholder 5">
            <a:extLst>
              <a:ext uri="{FF2B5EF4-FFF2-40B4-BE49-F238E27FC236}">
                <a16:creationId xmlns:a16="http://schemas.microsoft.com/office/drawing/2014/main" id="{3B97CDC2-69E4-4123-38E1-A3EED1595211}"/>
              </a:ext>
            </a:extLst>
          </p:cNvPr>
          <p:cNvSpPr>
            <a:spLocks noGrp="1"/>
          </p:cNvSpPr>
          <p:nvPr>
            <p:ph type="sldNum" sz="quarter" idx="12"/>
          </p:nvPr>
        </p:nvSpPr>
        <p:spPr/>
        <p:txBody>
          <a:bodyPr/>
          <a:lstStyle>
            <a:lvl1pPr>
              <a:defRPr/>
            </a:lvl1pPr>
          </a:lstStyle>
          <a:p>
            <a:fld id="{012B1F47-BEFD-40E8-BAFA-92EF11A0675B}" type="slidenum">
              <a:rPr lang="en-US" altLang="zh-CN"/>
              <a:pPr/>
              <a:t>‹#›</a:t>
            </a:fld>
            <a:endParaRPr lang="en-US" altLang="zh-CN"/>
          </a:p>
        </p:txBody>
      </p:sp>
    </p:spTree>
    <p:extLst>
      <p:ext uri="{BB962C8B-B14F-4D97-AF65-F5344CB8AC3E}">
        <p14:creationId xmlns:p14="http://schemas.microsoft.com/office/powerpoint/2010/main" val="1450148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zh-CN" altLang="en-US" noProof="1"/>
              <a:t>单击此处编辑母版标题样式</a:t>
            </a:r>
            <a:endParaRPr lang="en-US" noProof="1"/>
          </a:p>
        </p:txBody>
      </p:sp>
      <p:sp>
        <p:nvSpPr>
          <p:cNvPr id="3" name="Picture Placeholder 2"/>
          <p:cNvSpPr>
            <a:spLocks noGrp="1" noChangeAspect="1"/>
          </p:cNvSpPr>
          <p:nvPr>
            <p:ph type="pic" idx="1"/>
          </p:nvPr>
        </p:nvSpPr>
        <p:spPr>
          <a:xfrm>
            <a:off x="3887391" y="822855"/>
            <a:ext cx="4629150" cy="4061354"/>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CN" altLang="en-US" noProof="0"/>
              <a:t>单击图标添加图片</a:t>
            </a:r>
            <a:endParaRPr lang="en-US" noProof="0" dirty="0"/>
          </a:p>
        </p:txBody>
      </p:sp>
      <p:sp>
        <p:nvSpPr>
          <p:cNvPr id="4" name="Text Placeholder 3"/>
          <p:cNvSpPr>
            <a:spLocks noGrp="1"/>
          </p:cNvSpPr>
          <p:nvPr>
            <p:ph type="body" sz="half" idx="2" hasCustomPrompt="1"/>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编辑母版文本样式</a:t>
            </a:r>
          </a:p>
        </p:txBody>
      </p:sp>
      <p:sp>
        <p:nvSpPr>
          <p:cNvPr id="5" name="Date Placeholder 3">
            <a:extLst>
              <a:ext uri="{FF2B5EF4-FFF2-40B4-BE49-F238E27FC236}">
                <a16:creationId xmlns:a16="http://schemas.microsoft.com/office/drawing/2014/main" id="{040F03E5-4675-8AB9-CAE3-3E6DB35DFBD1}"/>
              </a:ext>
            </a:extLst>
          </p:cNvPr>
          <p:cNvSpPr>
            <a:spLocks noGrp="1"/>
          </p:cNvSpPr>
          <p:nvPr>
            <p:ph type="dt" sz="half" idx="10"/>
          </p:nvPr>
        </p:nvSpPr>
        <p:spPr/>
        <p:txBody>
          <a:bodyPr/>
          <a:lstStyle>
            <a:lvl1pPr>
              <a:defRPr/>
            </a:lvl1pPr>
          </a:lstStyle>
          <a:p>
            <a:pPr>
              <a:defRPr/>
            </a:pPr>
            <a:endParaRPr lang="en-US" altLang="zh-CN"/>
          </a:p>
        </p:txBody>
      </p:sp>
      <p:sp>
        <p:nvSpPr>
          <p:cNvPr id="6" name="Footer Placeholder 4">
            <a:extLst>
              <a:ext uri="{FF2B5EF4-FFF2-40B4-BE49-F238E27FC236}">
                <a16:creationId xmlns:a16="http://schemas.microsoft.com/office/drawing/2014/main" id="{EB891FBF-45CD-D62D-A7C9-0882E364A056}"/>
              </a:ext>
            </a:extLst>
          </p:cNvPr>
          <p:cNvSpPr>
            <a:spLocks noGrp="1"/>
          </p:cNvSpPr>
          <p:nvPr>
            <p:ph type="ftr" sz="quarter" idx="11"/>
          </p:nvPr>
        </p:nvSpPr>
        <p:spPr/>
        <p:txBody>
          <a:bodyPr/>
          <a:lstStyle>
            <a:lvl1pPr>
              <a:defRPr/>
            </a:lvl1pPr>
          </a:lstStyle>
          <a:p>
            <a:endParaRPr lang="en-US" altLang="zh-CN"/>
          </a:p>
        </p:txBody>
      </p:sp>
      <p:sp>
        <p:nvSpPr>
          <p:cNvPr id="7" name="Slide Number Placeholder 5">
            <a:extLst>
              <a:ext uri="{FF2B5EF4-FFF2-40B4-BE49-F238E27FC236}">
                <a16:creationId xmlns:a16="http://schemas.microsoft.com/office/drawing/2014/main" id="{C5238890-B89D-6138-AEF8-5C6EE2D68F73}"/>
              </a:ext>
            </a:extLst>
          </p:cNvPr>
          <p:cNvSpPr>
            <a:spLocks noGrp="1"/>
          </p:cNvSpPr>
          <p:nvPr>
            <p:ph type="sldNum" sz="quarter" idx="12"/>
          </p:nvPr>
        </p:nvSpPr>
        <p:spPr/>
        <p:txBody>
          <a:bodyPr/>
          <a:lstStyle>
            <a:lvl1pPr>
              <a:defRPr/>
            </a:lvl1pPr>
          </a:lstStyle>
          <a:p>
            <a:fld id="{EFBD0B22-1B28-47EC-84B2-52C4F8FEDDDD}" type="slidenum">
              <a:rPr lang="en-US" altLang="zh-CN"/>
              <a:pPr/>
              <a:t>‹#›</a:t>
            </a:fld>
            <a:endParaRPr lang="en-US" altLang="zh-CN"/>
          </a:p>
        </p:txBody>
      </p:sp>
    </p:spTree>
    <p:extLst>
      <p:ext uri="{BB962C8B-B14F-4D97-AF65-F5344CB8AC3E}">
        <p14:creationId xmlns:p14="http://schemas.microsoft.com/office/powerpoint/2010/main" val="4164062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noProof="1"/>
              <a:t>单击此处编辑母版标题样式</a:t>
            </a:r>
            <a:endParaRPr lang="en-US" noProof="1"/>
          </a:p>
        </p:txBody>
      </p:sp>
      <p:sp>
        <p:nvSpPr>
          <p:cNvPr id="3" name="Vertical Text Placeholder 2"/>
          <p:cNvSpPr>
            <a:spLocks noGrp="1"/>
          </p:cNvSpPr>
          <p:nvPr>
            <p:ph type="body" orient="vert" idx="1" hasCustomPrompt="1"/>
          </p:nvPr>
        </p:nvSpPr>
        <p:spPr/>
        <p:txBody>
          <a:bodyPr vert="eaVert"/>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Date Placeholder 3">
            <a:extLst>
              <a:ext uri="{FF2B5EF4-FFF2-40B4-BE49-F238E27FC236}">
                <a16:creationId xmlns:a16="http://schemas.microsoft.com/office/drawing/2014/main" id="{7F78A0DC-5525-2C09-4876-15789605BC36}"/>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0C40B5FA-9345-2BCB-DC66-6B5FB681143D}"/>
              </a:ext>
            </a:extLst>
          </p:cNvPr>
          <p:cNvSpPr>
            <a:spLocks noGrp="1"/>
          </p:cNvSpPr>
          <p:nvPr>
            <p:ph type="ftr" sz="quarter" idx="11"/>
          </p:nvPr>
        </p:nvSpPr>
        <p:spPr/>
        <p:txBody>
          <a:bodyPr/>
          <a:lstStyle>
            <a:lvl1pPr>
              <a:defRPr/>
            </a:lvl1pPr>
          </a:lstStyle>
          <a:p>
            <a:endParaRPr lang="en-US" altLang="zh-CN"/>
          </a:p>
        </p:txBody>
      </p:sp>
      <p:sp>
        <p:nvSpPr>
          <p:cNvPr id="6" name="Slide Number Placeholder 5">
            <a:extLst>
              <a:ext uri="{FF2B5EF4-FFF2-40B4-BE49-F238E27FC236}">
                <a16:creationId xmlns:a16="http://schemas.microsoft.com/office/drawing/2014/main" id="{CC9A3FF9-6DE9-3890-0FBA-3C2521027718}"/>
              </a:ext>
            </a:extLst>
          </p:cNvPr>
          <p:cNvSpPr>
            <a:spLocks noGrp="1"/>
          </p:cNvSpPr>
          <p:nvPr>
            <p:ph type="sldNum" sz="quarter" idx="12"/>
          </p:nvPr>
        </p:nvSpPr>
        <p:spPr/>
        <p:txBody>
          <a:bodyPr/>
          <a:lstStyle>
            <a:lvl1pPr>
              <a:defRPr/>
            </a:lvl1pPr>
          </a:lstStyle>
          <a:p>
            <a:fld id="{B8CDFE90-42FB-4F17-9E7D-450DFAF337AF}" type="slidenum">
              <a:rPr lang="en-US" altLang="zh-CN"/>
              <a:pPr/>
              <a:t>‹#›</a:t>
            </a:fld>
            <a:endParaRPr lang="en-US" altLang="zh-CN"/>
          </a:p>
        </p:txBody>
      </p:sp>
    </p:spTree>
    <p:extLst>
      <p:ext uri="{BB962C8B-B14F-4D97-AF65-F5344CB8AC3E}">
        <p14:creationId xmlns:p14="http://schemas.microsoft.com/office/powerpoint/2010/main" val="2380843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04271"/>
            <a:ext cx="1971675" cy="4843198"/>
          </a:xfrm>
        </p:spPr>
        <p:txBody>
          <a:bodyPr vert="eaVert"/>
          <a:lstStyle/>
          <a:p>
            <a:r>
              <a:rPr lang="zh-CN" altLang="en-US" noProof="1"/>
              <a:t>单击此处编辑母版标题样式</a:t>
            </a:r>
            <a:endParaRPr lang="en-US" noProof="1"/>
          </a:p>
        </p:txBody>
      </p:sp>
      <p:sp>
        <p:nvSpPr>
          <p:cNvPr id="3" name="Vertical Text Placeholder 2"/>
          <p:cNvSpPr>
            <a:spLocks noGrp="1"/>
          </p:cNvSpPr>
          <p:nvPr>
            <p:ph type="body" orient="vert" idx="1" hasCustomPrompt="1"/>
          </p:nvPr>
        </p:nvSpPr>
        <p:spPr>
          <a:xfrm>
            <a:off x="628650" y="304271"/>
            <a:ext cx="5800725" cy="4843198"/>
          </a:xfrm>
        </p:spPr>
        <p:txBody>
          <a:bodyPr vert="eaVert"/>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Date Placeholder 3">
            <a:extLst>
              <a:ext uri="{FF2B5EF4-FFF2-40B4-BE49-F238E27FC236}">
                <a16:creationId xmlns:a16="http://schemas.microsoft.com/office/drawing/2014/main" id="{E9EF3513-595D-A92A-6218-F7BB7BDB1BD4}"/>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B7CA791A-F944-9195-3893-A0C5C550EEC7}"/>
              </a:ext>
            </a:extLst>
          </p:cNvPr>
          <p:cNvSpPr>
            <a:spLocks noGrp="1"/>
          </p:cNvSpPr>
          <p:nvPr>
            <p:ph type="ftr" sz="quarter" idx="11"/>
          </p:nvPr>
        </p:nvSpPr>
        <p:spPr/>
        <p:txBody>
          <a:bodyPr/>
          <a:lstStyle>
            <a:lvl1pPr>
              <a:defRPr/>
            </a:lvl1pPr>
          </a:lstStyle>
          <a:p>
            <a:endParaRPr lang="en-US" altLang="zh-CN"/>
          </a:p>
        </p:txBody>
      </p:sp>
      <p:sp>
        <p:nvSpPr>
          <p:cNvPr id="6" name="Slide Number Placeholder 5">
            <a:extLst>
              <a:ext uri="{FF2B5EF4-FFF2-40B4-BE49-F238E27FC236}">
                <a16:creationId xmlns:a16="http://schemas.microsoft.com/office/drawing/2014/main" id="{BF6F487B-5CC8-FFF5-DB09-3FBC24741892}"/>
              </a:ext>
            </a:extLst>
          </p:cNvPr>
          <p:cNvSpPr>
            <a:spLocks noGrp="1"/>
          </p:cNvSpPr>
          <p:nvPr>
            <p:ph type="sldNum" sz="quarter" idx="12"/>
          </p:nvPr>
        </p:nvSpPr>
        <p:spPr/>
        <p:txBody>
          <a:bodyPr/>
          <a:lstStyle>
            <a:lvl1pPr>
              <a:defRPr/>
            </a:lvl1pPr>
          </a:lstStyle>
          <a:p>
            <a:fld id="{B934E9A0-FF56-47FD-BC36-C4C97CC52EFD}" type="slidenum">
              <a:rPr lang="en-US" altLang="zh-CN"/>
              <a:pPr/>
              <a:t>‹#›</a:t>
            </a:fld>
            <a:endParaRPr lang="en-US" altLang="zh-CN"/>
          </a:p>
        </p:txBody>
      </p:sp>
    </p:spTree>
    <p:extLst>
      <p:ext uri="{BB962C8B-B14F-4D97-AF65-F5344CB8AC3E}">
        <p14:creationId xmlns:p14="http://schemas.microsoft.com/office/powerpoint/2010/main" val="3264177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BA6C5050-ED1D-0546-A3D4-CC39C5DF2ACA}"/>
              </a:ext>
            </a:extLst>
          </p:cNvPr>
          <p:cNvSpPr>
            <a:spLocks noGrp="1" noChangeArrowheads="1"/>
          </p:cNvSpPr>
          <p:nvPr>
            <p:ph type="title" idx="4294967295"/>
          </p:nvPr>
        </p:nvSpPr>
        <p:spPr bwMode="auto">
          <a:xfrm>
            <a:off x="628650" y="304800"/>
            <a:ext cx="7886700"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 name="Text Placeholder 2">
            <a:extLst>
              <a:ext uri="{FF2B5EF4-FFF2-40B4-BE49-F238E27FC236}">
                <a16:creationId xmlns:a16="http://schemas.microsoft.com/office/drawing/2014/main" id="{EC395964-0A48-FD07-36DB-3E5CB4404EE2}"/>
              </a:ext>
            </a:extLst>
          </p:cNvPr>
          <p:cNvSpPr>
            <a:spLocks noGrp="1"/>
          </p:cNvSpPr>
          <p:nvPr>
            <p:ph type="body" idx="1"/>
          </p:nvPr>
        </p:nvSpPr>
        <p:spPr>
          <a:xfrm>
            <a:off x="628650" y="1520825"/>
            <a:ext cx="7886700" cy="3627438"/>
          </a:xfrm>
          <a:prstGeom prst="rect">
            <a:avLst/>
          </a:prstGeom>
        </p:spPr>
        <p:txBody>
          <a:bodyPr vert="horz" wrap="square" lIns="91440" tIns="45720" rIns="91440" bIns="45720" numCol="1" anchor="t" anchorCtr="0" compatLnSpc="1">
            <a:prstTxWarp prst="textNoShape">
              <a:avLst/>
            </a:prstTxWarp>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3">
            <a:extLst>
              <a:ext uri="{FF2B5EF4-FFF2-40B4-BE49-F238E27FC236}">
                <a16:creationId xmlns:a16="http://schemas.microsoft.com/office/drawing/2014/main" id="{F9971F05-E566-0929-949E-B2FF4F72E337}"/>
              </a:ext>
            </a:extLst>
          </p:cNvPr>
          <p:cNvSpPr>
            <a:spLocks noGrp="1"/>
          </p:cNvSpPr>
          <p:nvPr>
            <p:ph type="dt" sz="half" idx="2"/>
          </p:nvPr>
        </p:nvSpPr>
        <p:spPr>
          <a:xfrm>
            <a:off x="628650" y="5297488"/>
            <a:ext cx="2057400" cy="303212"/>
          </a:xfrm>
          <a:prstGeom prst="rect">
            <a:avLst/>
          </a:prstGeom>
        </p:spPr>
        <p:txBody>
          <a:bodyPr vert="horz" lIns="91440" tIns="45720" rIns="91440" bIns="45720" rtlCol="0" anchor="ctr"/>
          <a:lstStyle>
            <a:lvl1pPr algn="l" fontAlgn="auto">
              <a:spcBef>
                <a:spcPts val="0"/>
              </a:spcBef>
              <a:spcAft>
                <a:spcPts val="0"/>
              </a:spcAft>
              <a:defRPr sz="900">
                <a:solidFill>
                  <a:schemeClr val="tx1">
                    <a:tint val="75000"/>
                  </a:schemeClr>
                </a:solidFill>
                <a:latin typeface="+mn-lt"/>
              </a:defRPr>
            </a:lvl1pPr>
          </a:lstStyle>
          <a:p>
            <a:pPr>
              <a:defRPr/>
            </a:pPr>
            <a:endParaRPr lang="en-US" altLang="zh-CN"/>
          </a:p>
        </p:txBody>
      </p:sp>
      <p:sp>
        <p:nvSpPr>
          <p:cNvPr id="5" name="Footer Placeholder 4">
            <a:extLst>
              <a:ext uri="{FF2B5EF4-FFF2-40B4-BE49-F238E27FC236}">
                <a16:creationId xmlns:a16="http://schemas.microsoft.com/office/drawing/2014/main" id="{C106900B-00B7-06E1-E5BF-E8AB7ED34690}"/>
              </a:ext>
            </a:extLst>
          </p:cNvPr>
          <p:cNvSpPr>
            <a:spLocks noGrp="1"/>
          </p:cNvSpPr>
          <p:nvPr>
            <p:ph type="ftr" sz="quarter" idx="3"/>
          </p:nvPr>
        </p:nvSpPr>
        <p:spPr>
          <a:xfrm>
            <a:off x="3028950" y="5297488"/>
            <a:ext cx="3086100" cy="303212"/>
          </a:xfrm>
          <a:prstGeom prst="rect">
            <a:avLst/>
          </a:prstGeom>
        </p:spPr>
        <p:txBody>
          <a:bodyPr vert="horz" lIns="91440" tIns="45720" rIns="91440" bIns="45720" rtlCol="0" anchor="ctr"/>
          <a:lstStyle>
            <a:lvl1pPr algn="ctr">
              <a:defRPr sz="900" noProof="1" dirty="0">
                <a:solidFill>
                  <a:srgbClr val="898989"/>
                </a:solidFill>
              </a:defRPr>
            </a:lvl1pPr>
          </a:lstStyle>
          <a:p>
            <a:endParaRPr lang="en-US" altLang="zh-CN"/>
          </a:p>
        </p:txBody>
      </p:sp>
      <p:sp>
        <p:nvSpPr>
          <p:cNvPr id="6" name="Slide Number Placeholder 5">
            <a:extLst>
              <a:ext uri="{FF2B5EF4-FFF2-40B4-BE49-F238E27FC236}">
                <a16:creationId xmlns:a16="http://schemas.microsoft.com/office/drawing/2014/main" id="{9487E940-75F3-3DAF-2C4C-DA06CE9BA609}"/>
              </a:ext>
            </a:extLst>
          </p:cNvPr>
          <p:cNvSpPr>
            <a:spLocks noGrp="1"/>
          </p:cNvSpPr>
          <p:nvPr>
            <p:ph type="sldNum" sz="quarter" idx="4"/>
          </p:nvPr>
        </p:nvSpPr>
        <p:spPr>
          <a:xfrm>
            <a:off x="6457950" y="5297488"/>
            <a:ext cx="2057400" cy="303212"/>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898989"/>
                </a:solidFill>
                <a:ea typeface="宋体" panose="02010600030101010101" pitchFamily="2" charset="-122"/>
              </a:defRPr>
            </a:lvl1pPr>
          </a:lstStyle>
          <a:p>
            <a:fld id="{EE11FC44-1E8B-4C42-A204-D5CD18A3F64D}" type="slidenum">
              <a:rPr lang="en-US" altLang="zh-CN"/>
              <a:pPr/>
              <a:t>‹#›</a:t>
            </a:fld>
            <a:endParaRPr lang="en-US" altLang="zh-CN"/>
          </a:p>
        </p:txBody>
      </p:sp>
      <p:sp>
        <p:nvSpPr>
          <p:cNvPr id="7" name="Rectangle 8">
            <a:extLst>
              <a:ext uri="{FF2B5EF4-FFF2-40B4-BE49-F238E27FC236}">
                <a16:creationId xmlns:a16="http://schemas.microsoft.com/office/drawing/2014/main" id="{96F8422E-CC45-D733-7A89-52F7A5BB179A}"/>
              </a:ext>
            </a:extLst>
          </p:cNvPr>
          <p:cNvSpPr>
            <a:spLocks noChangeArrowheads="1"/>
          </p:cNvSpPr>
          <p:nvPr/>
        </p:nvSpPr>
        <p:spPr bwMode="auto">
          <a:xfrm>
            <a:off x="3492500" y="5232400"/>
            <a:ext cx="1557338"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zh-CN" altLang="en-US" sz="2665" b="1">
                <a:solidFill>
                  <a:srgbClr val="0000CC"/>
                </a:solidFill>
                <a:effectLst>
                  <a:outerShdw blurRad="38100" dist="38100" dir="2700000" algn="tl">
                    <a:srgbClr val="000000"/>
                  </a:outerShdw>
                </a:effectLst>
                <a:latin typeface="Arial" panose="020B0604020202020204" pitchFamily="34" charset="0"/>
              </a:rPr>
              <a:t>课堂练习</a:t>
            </a:r>
          </a:p>
        </p:txBody>
      </p:sp>
      <p:sp>
        <p:nvSpPr>
          <p:cNvPr id="1032" name="Line 9">
            <a:extLst>
              <a:ext uri="{FF2B5EF4-FFF2-40B4-BE49-F238E27FC236}">
                <a16:creationId xmlns:a16="http://schemas.microsoft.com/office/drawing/2014/main" id="{F6ED3171-95B3-9E22-C116-BA2464A3ED58}"/>
              </a:ext>
            </a:extLst>
          </p:cNvPr>
          <p:cNvSpPr>
            <a:spLocks noChangeShapeType="1"/>
          </p:cNvSpPr>
          <p:nvPr userDrawn="1"/>
        </p:nvSpPr>
        <p:spPr bwMode="auto">
          <a:xfrm>
            <a:off x="0" y="5229225"/>
            <a:ext cx="91440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xStyles>
    <p:titleStyle>
      <a:lvl1pPr algn="l" defTabSz="685800" rtl="0" fontAlgn="base">
        <a:lnSpc>
          <a:spcPct val="90000"/>
        </a:lnSpc>
        <a:spcBef>
          <a:spcPct val="0"/>
        </a:spcBef>
        <a:spcAft>
          <a:spcPct val="0"/>
        </a:spcAft>
        <a:defRPr sz="3300" kern="1200">
          <a:solidFill>
            <a:schemeClr val="tx1"/>
          </a:solidFill>
          <a:latin typeface="+mj-lt"/>
          <a:ea typeface="+mj-ea"/>
          <a:cs typeface="+mj-cs"/>
        </a:defRPr>
      </a:lvl1pPr>
      <a:lvl2pPr algn="l" defTabSz="685800" rtl="0" fontAlgn="base">
        <a:lnSpc>
          <a:spcPct val="90000"/>
        </a:lnSpc>
        <a:spcBef>
          <a:spcPct val="0"/>
        </a:spcBef>
        <a:spcAft>
          <a:spcPct val="0"/>
        </a:spcAft>
        <a:defRPr sz="3300">
          <a:solidFill>
            <a:schemeClr val="tx1"/>
          </a:solidFill>
          <a:latin typeface="Calibri Light" panose="020F0302020204030204" pitchFamily="34" charset="0"/>
        </a:defRPr>
      </a:lvl2pPr>
      <a:lvl3pPr algn="l" defTabSz="685800" rtl="0" fontAlgn="base">
        <a:lnSpc>
          <a:spcPct val="90000"/>
        </a:lnSpc>
        <a:spcBef>
          <a:spcPct val="0"/>
        </a:spcBef>
        <a:spcAft>
          <a:spcPct val="0"/>
        </a:spcAft>
        <a:defRPr sz="3300">
          <a:solidFill>
            <a:schemeClr val="tx1"/>
          </a:solidFill>
          <a:latin typeface="Calibri Light" panose="020F0302020204030204" pitchFamily="34" charset="0"/>
        </a:defRPr>
      </a:lvl3pPr>
      <a:lvl4pPr algn="l" defTabSz="685800" rtl="0" fontAlgn="base">
        <a:lnSpc>
          <a:spcPct val="90000"/>
        </a:lnSpc>
        <a:spcBef>
          <a:spcPct val="0"/>
        </a:spcBef>
        <a:spcAft>
          <a:spcPct val="0"/>
        </a:spcAft>
        <a:defRPr sz="3300">
          <a:solidFill>
            <a:schemeClr val="tx1"/>
          </a:solidFill>
          <a:latin typeface="Calibri Light" panose="020F0302020204030204" pitchFamily="34" charset="0"/>
        </a:defRPr>
      </a:lvl4pPr>
      <a:lvl5pPr algn="l" defTabSz="685800" rtl="0" fontAlgn="base">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l" defTabSz="685800" rtl="0" fontAlgn="base">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fontAlgn="base">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fontAlgn="base">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image" Target="../media/image1.wmf"/><Relationship Id="rId7"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oleObject" Target="../embeddings/oleObject3.bin"/><Relationship Id="rId5" Type="http://schemas.openxmlformats.org/officeDocument/2006/relationships/image" Target="../media/image2.wmf"/><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
            <a:extLst>
              <a:ext uri="{FF2B5EF4-FFF2-40B4-BE49-F238E27FC236}">
                <a16:creationId xmlns:a16="http://schemas.microsoft.com/office/drawing/2014/main" id="{27C5455E-4D9B-C03B-BCC3-EEE9E8A51CCE}"/>
              </a:ext>
            </a:extLst>
          </p:cNvPr>
          <p:cNvSpPr>
            <a:spLocks noChangeArrowheads="1"/>
          </p:cNvSpPr>
          <p:nvPr/>
        </p:nvSpPr>
        <p:spPr bwMode="auto">
          <a:xfrm>
            <a:off x="971550" y="174625"/>
            <a:ext cx="72612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solidFill>
                  <a:srgbClr val="FF0000"/>
                </a:solidFill>
              </a:rPr>
              <a:t>〔</a:t>
            </a:r>
            <a:r>
              <a:rPr lang="zh-CN" altLang="en-US" sz="2000" b="1">
                <a:solidFill>
                  <a:srgbClr val="FF0000"/>
                </a:solidFill>
              </a:rPr>
              <a:t>第</a:t>
            </a:r>
            <a:r>
              <a:rPr lang="en-US" altLang="zh-CN" sz="2000" b="1">
                <a:solidFill>
                  <a:srgbClr val="FF0000"/>
                </a:solidFill>
              </a:rPr>
              <a:t>1</a:t>
            </a:r>
            <a:r>
              <a:rPr lang="zh-CN" altLang="en-US" sz="2000" b="1">
                <a:solidFill>
                  <a:srgbClr val="FF0000"/>
                </a:solidFill>
              </a:rPr>
              <a:t>题</a:t>
            </a:r>
            <a:r>
              <a:rPr lang="en-US" altLang="zh-CN" sz="2000" b="1">
                <a:solidFill>
                  <a:srgbClr val="FF0000"/>
                </a:solidFill>
              </a:rPr>
              <a:t>〕</a:t>
            </a:r>
            <a:r>
              <a:rPr lang="zh-CN" altLang="en-US" sz="2000" b="1">
                <a:solidFill>
                  <a:schemeClr val="accent2"/>
                </a:solidFill>
              </a:rPr>
              <a:t>一宇宙飞船相对地球以</a:t>
            </a:r>
            <a:r>
              <a:rPr lang="en-US" altLang="zh-CN" sz="2000" b="1">
                <a:solidFill>
                  <a:schemeClr val="accent2"/>
                </a:solidFill>
              </a:rPr>
              <a:t>0.8 c</a:t>
            </a:r>
            <a:r>
              <a:rPr lang="zh-CN" altLang="en-US" sz="2000" b="1">
                <a:solidFill>
                  <a:schemeClr val="accent2"/>
                </a:solidFill>
              </a:rPr>
              <a:t>（</a:t>
            </a:r>
            <a:r>
              <a:rPr lang="en-US" altLang="zh-CN" sz="2000" b="1">
                <a:solidFill>
                  <a:schemeClr val="accent2"/>
                </a:solidFill>
              </a:rPr>
              <a:t>c</a:t>
            </a:r>
            <a:r>
              <a:rPr lang="zh-CN" altLang="en-US" sz="2000" b="1">
                <a:solidFill>
                  <a:schemeClr val="accent2"/>
                </a:solidFill>
              </a:rPr>
              <a:t>为真空中的光速）的速度飞行，一光脉冲从船尾传到船头，飞船上的观察者测得飞船长为</a:t>
            </a:r>
            <a:r>
              <a:rPr lang="en-US" altLang="zh-CN" sz="2000" b="1">
                <a:solidFill>
                  <a:schemeClr val="accent2"/>
                </a:solidFill>
              </a:rPr>
              <a:t>80</a:t>
            </a:r>
            <a:r>
              <a:rPr lang="zh-CN" altLang="en-US" sz="2000" b="1">
                <a:solidFill>
                  <a:schemeClr val="accent2"/>
                </a:solidFill>
              </a:rPr>
              <a:t>米，则地球上的观察者测得光脉冲从船尾发出和到船头两个事件间的空间间隔为多少？</a:t>
            </a:r>
          </a:p>
        </p:txBody>
      </p:sp>
      <p:sp>
        <p:nvSpPr>
          <p:cNvPr id="4098" name="Rectangle 2">
            <a:extLst>
              <a:ext uri="{FF2B5EF4-FFF2-40B4-BE49-F238E27FC236}">
                <a16:creationId xmlns:a16="http://schemas.microsoft.com/office/drawing/2014/main" id="{38FE973E-BD02-61A3-03B9-568097F7E08B}"/>
              </a:ext>
            </a:extLst>
          </p:cNvPr>
          <p:cNvSpPr>
            <a:spLocks noChangeArrowheads="1"/>
          </p:cNvSpPr>
          <p:nvPr>
            <p:custDataLst>
              <p:tags r:id="rId1"/>
            </p:custDataLst>
          </p:nvPr>
        </p:nvSpPr>
        <p:spPr bwMode="auto">
          <a:xfrm>
            <a:off x="971550" y="2309813"/>
            <a:ext cx="7323138" cy="101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solidFill>
                  <a:srgbClr val="FF0000"/>
                </a:solidFill>
              </a:rPr>
              <a:t>〔</a:t>
            </a:r>
            <a:r>
              <a:rPr lang="zh-CN" altLang="en-US" sz="2000" b="1">
                <a:solidFill>
                  <a:srgbClr val="FF0000"/>
                </a:solidFill>
              </a:rPr>
              <a:t>第</a:t>
            </a:r>
            <a:r>
              <a:rPr lang="en-US" altLang="zh-CN" sz="2000" b="1">
                <a:solidFill>
                  <a:srgbClr val="FF0000"/>
                </a:solidFill>
              </a:rPr>
              <a:t>2</a:t>
            </a:r>
            <a:r>
              <a:rPr lang="zh-CN" altLang="en-US" sz="2000" b="1">
                <a:solidFill>
                  <a:srgbClr val="FF0000"/>
                </a:solidFill>
              </a:rPr>
              <a:t>题</a:t>
            </a:r>
            <a:r>
              <a:rPr lang="en-US" altLang="zh-CN" sz="2000" b="1">
                <a:solidFill>
                  <a:srgbClr val="FF0000"/>
                </a:solidFill>
              </a:rPr>
              <a:t>〕</a:t>
            </a:r>
            <a:r>
              <a:rPr lang="zh-CN" altLang="en-US" sz="2000" b="1">
                <a:solidFill>
                  <a:schemeClr val="accent2"/>
                </a:solidFill>
              </a:rPr>
              <a:t>两个惯性系的观察者</a:t>
            </a:r>
            <a:r>
              <a:rPr lang="en-US" altLang="zh-CN" sz="2000" b="1">
                <a:solidFill>
                  <a:schemeClr val="accent2"/>
                </a:solidFill>
              </a:rPr>
              <a:t>O</a:t>
            </a:r>
            <a:r>
              <a:rPr lang="zh-CN" altLang="en-US" sz="2000" b="1">
                <a:solidFill>
                  <a:schemeClr val="accent2"/>
                </a:solidFill>
              </a:rPr>
              <a:t>和</a:t>
            </a:r>
            <a:r>
              <a:rPr lang="en-US" altLang="zh-CN" sz="2000" b="1">
                <a:solidFill>
                  <a:schemeClr val="accent2"/>
                </a:solidFill>
              </a:rPr>
              <a:t>O’</a:t>
            </a:r>
            <a:r>
              <a:rPr lang="zh-CN" altLang="en-US" sz="2000" b="1">
                <a:solidFill>
                  <a:schemeClr val="accent2"/>
                </a:solidFill>
              </a:rPr>
              <a:t>以</a:t>
            </a:r>
            <a:r>
              <a:rPr lang="en-US" altLang="zh-CN" sz="2000" b="1">
                <a:solidFill>
                  <a:schemeClr val="accent2"/>
                </a:solidFill>
              </a:rPr>
              <a:t>0.8c</a:t>
            </a:r>
            <a:r>
              <a:rPr lang="zh-CN" altLang="en-US" sz="2000" b="1">
                <a:solidFill>
                  <a:schemeClr val="accent2"/>
                </a:solidFill>
              </a:rPr>
              <a:t>的相对速度相互接近。如果</a:t>
            </a:r>
            <a:r>
              <a:rPr lang="en-US" altLang="zh-CN" sz="2000" b="1">
                <a:solidFill>
                  <a:schemeClr val="accent2"/>
                </a:solidFill>
              </a:rPr>
              <a:t>O</a:t>
            </a:r>
            <a:r>
              <a:rPr lang="zh-CN" altLang="en-US" sz="2000" b="1">
                <a:solidFill>
                  <a:schemeClr val="accent2"/>
                </a:solidFill>
              </a:rPr>
              <a:t>测得的初始距离是</a:t>
            </a:r>
            <a:r>
              <a:rPr lang="en-US" altLang="zh-CN" sz="2000" b="1">
                <a:solidFill>
                  <a:schemeClr val="accent2"/>
                </a:solidFill>
              </a:rPr>
              <a:t>20m</a:t>
            </a:r>
            <a:r>
              <a:rPr lang="zh-CN" altLang="en-US" sz="2000" b="1">
                <a:solidFill>
                  <a:schemeClr val="accent2"/>
                </a:solidFill>
              </a:rPr>
              <a:t>，则</a:t>
            </a:r>
            <a:r>
              <a:rPr lang="en-US" altLang="zh-CN" sz="2000" b="1">
                <a:solidFill>
                  <a:schemeClr val="accent2"/>
                </a:solidFill>
              </a:rPr>
              <a:t>O’</a:t>
            </a:r>
            <a:r>
              <a:rPr lang="zh-CN" altLang="en-US" sz="2000" b="1">
                <a:solidFill>
                  <a:schemeClr val="accent2"/>
                </a:solidFill>
              </a:rPr>
              <a:t>测得两者经过多少时间后相遇？</a:t>
            </a:r>
          </a:p>
        </p:txBody>
      </p:sp>
    </p:spTree>
  </p:cSld>
  <p:clrMapOvr>
    <a:masterClrMapping/>
  </p:clrMapOvr>
  <p:transition advTm="16992"/>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7">
            <a:extLst>
              <a:ext uri="{FF2B5EF4-FFF2-40B4-BE49-F238E27FC236}">
                <a16:creationId xmlns:a16="http://schemas.microsoft.com/office/drawing/2014/main" id="{5B8C4BC8-549D-9D08-0B72-8926F743D571}"/>
              </a:ext>
            </a:extLst>
          </p:cNvPr>
          <p:cNvSpPr>
            <a:spLocks noChangeArrowheads="1"/>
          </p:cNvSpPr>
          <p:nvPr/>
        </p:nvSpPr>
        <p:spPr bwMode="auto">
          <a:xfrm>
            <a:off x="971550" y="174625"/>
            <a:ext cx="72612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solidFill>
                  <a:srgbClr val="FF0000"/>
                </a:solidFill>
              </a:rPr>
              <a:t>〔</a:t>
            </a:r>
            <a:r>
              <a:rPr lang="zh-CN" altLang="en-US" sz="2000" b="1">
                <a:solidFill>
                  <a:srgbClr val="FF0000"/>
                </a:solidFill>
              </a:rPr>
              <a:t>第</a:t>
            </a:r>
            <a:r>
              <a:rPr lang="en-US" altLang="zh-CN" sz="2000" b="1">
                <a:solidFill>
                  <a:srgbClr val="FF0000"/>
                </a:solidFill>
              </a:rPr>
              <a:t>1</a:t>
            </a:r>
            <a:r>
              <a:rPr lang="zh-CN" altLang="en-US" sz="2000" b="1">
                <a:solidFill>
                  <a:srgbClr val="FF0000"/>
                </a:solidFill>
              </a:rPr>
              <a:t>题</a:t>
            </a:r>
            <a:r>
              <a:rPr lang="en-US" altLang="zh-CN" sz="2000" b="1">
                <a:solidFill>
                  <a:srgbClr val="FF0000"/>
                </a:solidFill>
              </a:rPr>
              <a:t>〕</a:t>
            </a:r>
            <a:r>
              <a:rPr lang="zh-CN" altLang="en-US" sz="2000" b="1">
                <a:solidFill>
                  <a:schemeClr val="accent2"/>
                </a:solidFill>
              </a:rPr>
              <a:t>一宇宙飞船相对地球以</a:t>
            </a:r>
            <a:r>
              <a:rPr lang="en-US" altLang="zh-CN" sz="2000" b="1">
                <a:solidFill>
                  <a:schemeClr val="accent2"/>
                </a:solidFill>
              </a:rPr>
              <a:t>0.8 c</a:t>
            </a:r>
            <a:r>
              <a:rPr lang="zh-CN" altLang="en-US" sz="2000" b="1">
                <a:solidFill>
                  <a:schemeClr val="accent2"/>
                </a:solidFill>
              </a:rPr>
              <a:t>（</a:t>
            </a:r>
            <a:r>
              <a:rPr lang="en-US" altLang="zh-CN" sz="2000" b="1">
                <a:solidFill>
                  <a:schemeClr val="accent2"/>
                </a:solidFill>
              </a:rPr>
              <a:t>c</a:t>
            </a:r>
            <a:r>
              <a:rPr lang="zh-CN" altLang="en-US" sz="2000" b="1">
                <a:solidFill>
                  <a:schemeClr val="accent2"/>
                </a:solidFill>
              </a:rPr>
              <a:t>为真空中的光速）的速度飞行，一光脉冲从船尾传到船头，飞船上的观察者测得飞船长为</a:t>
            </a:r>
            <a:r>
              <a:rPr lang="en-US" altLang="zh-CN" sz="2000" b="1">
                <a:solidFill>
                  <a:schemeClr val="accent2"/>
                </a:solidFill>
              </a:rPr>
              <a:t>80</a:t>
            </a:r>
            <a:r>
              <a:rPr lang="zh-CN" altLang="en-US" sz="2000" b="1">
                <a:solidFill>
                  <a:schemeClr val="accent2"/>
                </a:solidFill>
              </a:rPr>
              <a:t>米，则地球上的观察者测得光脉冲从船尾发出和到船头两个事件间的空间间隔为多少？</a:t>
            </a:r>
          </a:p>
        </p:txBody>
      </p:sp>
      <p:sp>
        <p:nvSpPr>
          <p:cNvPr id="5122" name="Rectangle 28">
            <a:extLst>
              <a:ext uri="{FF2B5EF4-FFF2-40B4-BE49-F238E27FC236}">
                <a16:creationId xmlns:a16="http://schemas.microsoft.com/office/drawing/2014/main" id="{E6A67967-C5BD-D6DE-9AE5-6582695D878E}"/>
              </a:ext>
            </a:extLst>
          </p:cNvPr>
          <p:cNvSpPr>
            <a:spLocks noChangeArrowheads="1"/>
          </p:cNvSpPr>
          <p:nvPr/>
        </p:nvSpPr>
        <p:spPr bwMode="auto">
          <a:xfrm>
            <a:off x="1201738" y="1576388"/>
            <a:ext cx="1139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a:solidFill>
                  <a:srgbClr val="FF0000"/>
                </a:solidFill>
              </a:rPr>
              <a:t>解：</a:t>
            </a:r>
          </a:p>
        </p:txBody>
      </p:sp>
      <p:graphicFrame>
        <p:nvGraphicFramePr>
          <p:cNvPr id="105507" name="Object 35">
            <a:extLst>
              <a:ext uri="{FF2B5EF4-FFF2-40B4-BE49-F238E27FC236}">
                <a16:creationId xmlns:a16="http://schemas.microsoft.com/office/drawing/2014/main" id="{B8271EAF-921E-505E-D0E0-123C5874F8B4}"/>
              </a:ext>
            </a:extLst>
          </p:cNvPr>
          <p:cNvGraphicFramePr>
            <a:graphicFrameLocks noChangeAspect="1"/>
          </p:cNvGraphicFramePr>
          <p:nvPr/>
        </p:nvGraphicFramePr>
        <p:xfrm>
          <a:off x="1839913" y="1544638"/>
          <a:ext cx="5461000" cy="452437"/>
        </p:xfrm>
        <a:graphic>
          <a:graphicData uri="http://schemas.openxmlformats.org/presentationml/2006/ole">
            <mc:AlternateContent xmlns:mc="http://schemas.openxmlformats.org/markup-compatibility/2006">
              <mc:Choice xmlns:v="urn:schemas-microsoft-com:vml" Requires="v">
                <p:oleObj r:id="rId2" imgW="2438400" imgH="215900" progId="Equation.3">
                  <p:embed/>
                </p:oleObj>
              </mc:Choice>
              <mc:Fallback>
                <p:oleObj r:id="rId2" imgW="2438400" imgH="215900" progId="Equation.3">
                  <p:embed/>
                  <p:pic>
                    <p:nvPicPr>
                      <p:cNvPr id="0" name="Object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9913" y="1544638"/>
                        <a:ext cx="5461000"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08" name="Object 36">
            <a:extLst>
              <a:ext uri="{FF2B5EF4-FFF2-40B4-BE49-F238E27FC236}">
                <a16:creationId xmlns:a16="http://schemas.microsoft.com/office/drawing/2014/main" id="{FBE47542-060D-783A-6546-E2A5AE17D6DF}"/>
              </a:ext>
            </a:extLst>
          </p:cNvPr>
          <p:cNvGraphicFramePr>
            <a:graphicFrameLocks noChangeAspect="1"/>
          </p:cNvGraphicFramePr>
          <p:nvPr/>
        </p:nvGraphicFramePr>
        <p:xfrm>
          <a:off x="2592388" y="2138363"/>
          <a:ext cx="2279650" cy="766762"/>
        </p:xfrm>
        <a:graphic>
          <a:graphicData uri="http://schemas.openxmlformats.org/presentationml/2006/ole">
            <mc:AlternateContent xmlns:mc="http://schemas.openxmlformats.org/markup-compatibility/2006">
              <mc:Choice xmlns:v="urn:schemas-microsoft-com:vml" Requires="v">
                <p:oleObj r:id="rId4" imgW="1205977" imgH="406224" progId="Equation.3">
                  <p:embed/>
                </p:oleObj>
              </mc:Choice>
              <mc:Fallback>
                <p:oleObj r:id="rId4" imgW="1205977" imgH="406224" progId="Equation.3">
                  <p:embed/>
                  <p:pic>
                    <p:nvPicPr>
                      <p:cNvPr id="0" name="Object 3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2388" y="2138363"/>
                        <a:ext cx="2279650" cy="766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5509" name="Object 37">
            <a:extLst>
              <a:ext uri="{FF2B5EF4-FFF2-40B4-BE49-F238E27FC236}">
                <a16:creationId xmlns:a16="http://schemas.microsoft.com/office/drawing/2014/main" id="{2FBABB35-F413-3C98-B781-008DE60DEBC6}"/>
              </a:ext>
            </a:extLst>
          </p:cNvPr>
          <p:cNvGraphicFramePr>
            <a:graphicFrameLocks noChangeAspect="1"/>
          </p:cNvGraphicFramePr>
          <p:nvPr/>
        </p:nvGraphicFramePr>
        <p:xfrm>
          <a:off x="2352675" y="3036888"/>
          <a:ext cx="3479800" cy="1320800"/>
        </p:xfrm>
        <a:graphic>
          <a:graphicData uri="http://schemas.openxmlformats.org/presentationml/2006/ole">
            <mc:AlternateContent xmlns:mc="http://schemas.openxmlformats.org/markup-compatibility/2006">
              <mc:Choice xmlns:v="urn:schemas-microsoft-com:vml" Requires="v">
                <p:oleObj r:id="rId6" imgW="1739900" imgH="660400" progId="Equation.3">
                  <p:embed/>
                </p:oleObj>
              </mc:Choice>
              <mc:Fallback>
                <p:oleObj r:id="rId6" imgW="1739900" imgH="660400" progId="Equation.3">
                  <p:embed/>
                  <p:pic>
                    <p:nvPicPr>
                      <p:cNvPr id="0" name="Object 3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52675" y="3036888"/>
                        <a:ext cx="3479800"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advTm="16992"/>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550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nodeType="clickEffect">
                                  <p:stCondLst>
                                    <p:cond delay="0"/>
                                  </p:stCondLst>
                                  <p:childTnLst>
                                    <p:set>
                                      <p:cBhvr>
                                        <p:cTn id="10" dur="1" fill="hold">
                                          <p:stCondLst>
                                            <p:cond delay="0"/>
                                          </p:stCondLst>
                                        </p:cTn>
                                        <p:tgtEl>
                                          <p:spTgt spid="105508"/>
                                        </p:tgtEl>
                                        <p:attrNameLst>
                                          <p:attrName>style.visibility</p:attrName>
                                        </p:attrNameLst>
                                      </p:cBhvr>
                                      <p:to>
                                        <p:strVal val="visible"/>
                                      </p:to>
                                    </p:set>
                                    <p:animEffect transition="in" filter="blinds(horizontal)">
                                      <p:cBhvr>
                                        <p:cTn id="11" dur="500"/>
                                        <p:tgtEl>
                                          <p:spTgt spid="10550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8" fill="hold" nodeType="clickEffect">
                                  <p:stCondLst>
                                    <p:cond delay="0"/>
                                  </p:stCondLst>
                                  <p:childTnLst>
                                    <p:set>
                                      <p:cBhvr>
                                        <p:cTn id="15" dur="1" fill="hold">
                                          <p:stCondLst>
                                            <p:cond delay="0"/>
                                          </p:stCondLst>
                                        </p:cTn>
                                        <p:tgtEl>
                                          <p:spTgt spid="105509"/>
                                        </p:tgtEl>
                                        <p:attrNameLst>
                                          <p:attrName>style.visibility</p:attrName>
                                        </p:attrNameLst>
                                      </p:cBhvr>
                                      <p:to>
                                        <p:strVal val="visible"/>
                                      </p:to>
                                    </p:set>
                                    <p:anim calcmode="lin" valueType="num">
                                      <p:cBhvr additive="base">
                                        <p:cTn id="16" dur="500" fill="hold"/>
                                        <p:tgtEl>
                                          <p:spTgt spid="105509"/>
                                        </p:tgtEl>
                                        <p:attrNameLst>
                                          <p:attrName>ppt_x</p:attrName>
                                        </p:attrNameLst>
                                      </p:cBhvr>
                                      <p:tavLst>
                                        <p:tav tm="0">
                                          <p:val>
                                            <p:strVal val="0-#ppt_w/2"/>
                                          </p:val>
                                        </p:tav>
                                        <p:tav tm="100000">
                                          <p:val>
                                            <p:strVal val="#ppt_x"/>
                                          </p:val>
                                        </p:tav>
                                      </p:tavLst>
                                    </p:anim>
                                    <p:anim calcmode="lin" valueType="num">
                                      <p:cBhvr additive="base">
                                        <p:cTn id="17" dur="500" fill="hold"/>
                                        <p:tgtEl>
                                          <p:spTgt spid="10550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a:extLst>
              <a:ext uri="{FF2B5EF4-FFF2-40B4-BE49-F238E27FC236}">
                <a16:creationId xmlns:a16="http://schemas.microsoft.com/office/drawing/2014/main" id="{04511097-6972-5B38-EF72-1ED83B453BA2}"/>
              </a:ext>
            </a:extLst>
          </p:cNvPr>
          <p:cNvSpPr>
            <a:spLocks noChangeArrowheads="1"/>
          </p:cNvSpPr>
          <p:nvPr/>
        </p:nvSpPr>
        <p:spPr bwMode="auto">
          <a:xfrm>
            <a:off x="762000" y="36513"/>
            <a:ext cx="7620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solidFill>
                  <a:srgbClr val="FF0000"/>
                </a:solidFill>
              </a:rPr>
              <a:t>〔</a:t>
            </a:r>
            <a:r>
              <a:rPr lang="zh-CN" altLang="en-US" sz="2000" b="1">
                <a:solidFill>
                  <a:srgbClr val="FF0000"/>
                </a:solidFill>
              </a:rPr>
              <a:t>第</a:t>
            </a:r>
            <a:r>
              <a:rPr lang="en-US" altLang="zh-CN" sz="2000" b="1">
                <a:solidFill>
                  <a:srgbClr val="FF0000"/>
                </a:solidFill>
              </a:rPr>
              <a:t>2</a:t>
            </a:r>
            <a:r>
              <a:rPr lang="zh-CN" altLang="en-US" sz="2000" b="1">
                <a:solidFill>
                  <a:srgbClr val="FF0000"/>
                </a:solidFill>
              </a:rPr>
              <a:t>题</a:t>
            </a:r>
            <a:r>
              <a:rPr lang="en-US" altLang="zh-CN" sz="2000" b="1">
                <a:solidFill>
                  <a:srgbClr val="FF0000"/>
                </a:solidFill>
              </a:rPr>
              <a:t>〕</a:t>
            </a:r>
            <a:r>
              <a:rPr lang="zh-CN" altLang="en-US" sz="2000" b="1">
                <a:solidFill>
                  <a:schemeClr val="accent2"/>
                </a:solidFill>
              </a:rPr>
              <a:t>两个惯性系的观察者</a:t>
            </a:r>
            <a:r>
              <a:rPr lang="en-US" altLang="zh-CN" sz="2000" b="1">
                <a:solidFill>
                  <a:schemeClr val="accent2"/>
                </a:solidFill>
              </a:rPr>
              <a:t>O</a:t>
            </a:r>
            <a:r>
              <a:rPr lang="zh-CN" altLang="en-US" sz="2000" b="1">
                <a:solidFill>
                  <a:schemeClr val="accent2"/>
                </a:solidFill>
              </a:rPr>
              <a:t>和</a:t>
            </a:r>
            <a:r>
              <a:rPr lang="en-US" altLang="zh-CN" sz="2000" b="1">
                <a:solidFill>
                  <a:schemeClr val="accent2"/>
                </a:solidFill>
              </a:rPr>
              <a:t>O’</a:t>
            </a:r>
            <a:r>
              <a:rPr lang="zh-CN" altLang="en-US" sz="2000" b="1">
                <a:solidFill>
                  <a:schemeClr val="accent2"/>
                </a:solidFill>
              </a:rPr>
              <a:t>以</a:t>
            </a:r>
            <a:r>
              <a:rPr lang="en-US" altLang="zh-CN" sz="2000" b="1">
                <a:solidFill>
                  <a:schemeClr val="accent2"/>
                </a:solidFill>
              </a:rPr>
              <a:t>0.8c</a:t>
            </a:r>
            <a:r>
              <a:rPr lang="zh-CN" altLang="en-US" sz="2000" b="1">
                <a:solidFill>
                  <a:schemeClr val="accent2"/>
                </a:solidFill>
              </a:rPr>
              <a:t>的相对速度相互接近。如果</a:t>
            </a:r>
            <a:r>
              <a:rPr lang="en-US" altLang="zh-CN" sz="2000" b="1">
                <a:solidFill>
                  <a:schemeClr val="accent2"/>
                </a:solidFill>
              </a:rPr>
              <a:t>O</a:t>
            </a:r>
            <a:r>
              <a:rPr lang="zh-CN" altLang="en-US" sz="2000" b="1">
                <a:solidFill>
                  <a:schemeClr val="accent2"/>
                </a:solidFill>
              </a:rPr>
              <a:t>测得的初始距离是</a:t>
            </a:r>
            <a:r>
              <a:rPr lang="en-US" altLang="zh-CN" sz="2000" b="1">
                <a:solidFill>
                  <a:schemeClr val="accent2"/>
                </a:solidFill>
              </a:rPr>
              <a:t>20m</a:t>
            </a:r>
            <a:r>
              <a:rPr lang="zh-CN" altLang="en-US" sz="2000" b="1">
                <a:solidFill>
                  <a:schemeClr val="accent2"/>
                </a:solidFill>
              </a:rPr>
              <a:t>，则</a:t>
            </a:r>
            <a:r>
              <a:rPr lang="en-US" altLang="zh-CN" sz="2000" b="1">
                <a:solidFill>
                  <a:schemeClr val="accent2"/>
                </a:solidFill>
              </a:rPr>
              <a:t>O’</a:t>
            </a:r>
            <a:r>
              <a:rPr lang="zh-CN" altLang="en-US" sz="2000" b="1">
                <a:solidFill>
                  <a:schemeClr val="accent2"/>
                </a:solidFill>
              </a:rPr>
              <a:t>测得两者经过多少时间后相遇？</a:t>
            </a:r>
          </a:p>
        </p:txBody>
      </p:sp>
      <p:sp>
        <p:nvSpPr>
          <p:cNvPr id="110595" name="Rectangle 3">
            <a:extLst>
              <a:ext uri="{FF2B5EF4-FFF2-40B4-BE49-F238E27FC236}">
                <a16:creationId xmlns:a16="http://schemas.microsoft.com/office/drawing/2014/main" id="{100EC3AB-EAB3-F813-C05F-FE99ED231505}"/>
              </a:ext>
            </a:extLst>
          </p:cNvPr>
          <p:cNvSpPr>
            <a:spLocks noChangeArrowheads="1"/>
          </p:cNvSpPr>
          <p:nvPr/>
        </p:nvSpPr>
        <p:spPr bwMode="auto">
          <a:xfrm>
            <a:off x="911225" y="757238"/>
            <a:ext cx="939800"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auto">
              <a:spcBef>
                <a:spcPts val="0"/>
              </a:spcBef>
              <a:spcAft>
                <a:spcPts val="0"/>
              </a:spcAft>
              <a:defRPr/>
            </a:pPr>
            <a:r>
              <a:rPr lang="zh-CN" altLang="en-US" sz="1665" dirty="0">
                <a:solidFill>
                  <a:srgbClr val="FF0000"/>
                </a:solidFill>
                <a:latin typeface="+mn-lt"/>
              </a:rPr>
              <a:t>解</a:t>
            </a:r>
            <a:r>
              <a:rPr lang="en-US" altLang="zh-CN" sz="1665" dirty="0">
                <a:solidFill>
                  <a:srgbClr val="FF0000"/>
                </a:solidFill>
                <a:latin typeface="+mn-lt"/>
              </a:rPr>
              <a:t>1</a:t>
            </a:r>
            <a:r>
              <a:rPr lang="zh-CN" altLang="en-US" sz="1665" dirty="0">
                <a:solidFill>
                  <a:srgbClr val="FF0000"/>
                </a:solidFill>
                <a:latin typeface="+mn-lt"/>
              </a:rPr>
              <a:t>：</a:t>
            </a:r>
          </a:p>
        </p:txBody>
      </p:sp>
      <p:sp>
        <p:nvSpPr>
          <p:cNvPr id="110596" name="Rectangle 4">
            <a:extLst>
              <a:ext uri="{FF2B5EF4-FFF2-40B4-BE49-F238E27FC236}">
                <a16:creationId xmlns:a16="http://schemas.microsoft.com/office/drawing/2014/main" id="{03E963C1-B6CE-E405-6D00-5FB27C16CB54}"/>
              </a:ext>
            </a:extLst>
          </p:cNvPr>
          <p:cNvSpPr>
            <a:spLocks noChangeArrowheads="1"/>
          </p:cNvSpPr>
          <p:nvPr/>
        </p:nvSpPr>
        <p:spPr bwMode="auto">
          <a:xfrm>
            <a:off x="1571625" y="757238"/>
            <a:ext cx="2122376" cy="348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zh-CN" altLang="en-US" sz="1665" dirty="0">
                <a:latin typeface="+mn-lt"/>
              </a:rPr>
              <a:t>以</a:t>
            </a:r>
            <a:r>
              <a:rPr lang="en-US" altLang="zh-CN" sz="1665" dirty="0">
                <a:latin typeface="+mn-lt"/>
              </a:rPr>
              <a:t>O</a:t>
            </a:r>
            <a:r>
              <a:rPr lang="zh-CN" altLang="en-US" sz="1665" dirty="0">
                <a:latin typeface="+mn-lt"/>
              </a:rPr>
              <a:t>为</a:t>
            </a:r>
            <a:r>
              <a:rPr lang="en-US" altLang="zh-CN" sz="1665" dirty="0">
                <a:latin typeface="+mn-lt"/>
              </a:rPr>
              <a:t>K</a:t>
            </a:r>
            <a:r>
              <a:rPr lang="zh-CN" altLang="en-US" sz="1665" dirty="0">
                <a:latin typeface="+mn-lt"/>
              </a:rPr>
              <a:t>系， </a:t>
            </a:r>
            <a:r>
              <a:rPr lang="en-US" altLang="zh-CN" sz="1665" dirty="0">
                <a:latin typeface="+mn-lt"/>
              </a:rPr>
              <a:t>O’</a:t>
            </a:r>
            <a:r>
              <a:rPr lang="zh-CN" altLang="en-US" sz="1665" dirty="0">
                <a:latin typeface="+mn-lt"/>
              </a:rPr>
              <a:t>为</a:t>
            </a:r>
            <a:r>
              <a:rPr lang="en-US" altLang="zh-CN" sz="1665" dirty="0">
                <a:latin typeface="+mn-lt"/>
              </a:rPr>
              <a:t>K’</a:t>
            </a:r>
            <a:r>
              <a:rPr lang="zh-CN" altLang="en-US" sz="1665" dirty="0">
                <a:latin typeface="+mn-lt"/>
              </a:rPr>
              <a:t>系</a:t>
            </a:r>
          </a:p>
        </p:txBody>
      </p:sp>
      <mc:AlternateContent xmlns:mc="http://schemas.openxmlformats.org/markup-compatibility/2006" xmlns:a14="http://schemas.microsoft.com/office/drawing/2010/main">
        <mc:Choice Requires="a14">
          <p:sp>
            <p:nvSpPr>
              <p:cNvPr id="110597" name="Object 5">
                <a:extLst>
                  <a:ext uri="{FF2B5EF4-FFF2-40B4-BE49-F238E27FC236}">
                    <a16:creationId xmlns:a16="http://schemas.microsoft.com/office/drawing/2014/main" id="{79B922F3-8BDD-553C-548D-B8DE2535DBBF}"/>
                  </a:ext>
                </a:extLst>
              </p:cNvPr>
              <p:cNvSpPr txBox="1"/>
              <p:nvPr/>
            </p:nvSpPr>
            <p:spPr bwMode="auto">
              <a:xfrm>
                <a:off x="4271962" y="757238"/>
                <a:ext cx="1020117" cy="394326"/>
              </a:xfrm>
              <a:prstGeom prst="rect">
                <a:avLst/>
              </a:prstGeom>
              <a:noFill/>
              <a:ln>
                <a:no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𝑙</m:t>
                          </m:r>
                        </m:e>
                        <m:sub>
                          <m:r>
                            <a:rPr lang="zh-CN" altLang="en-US" i="1">
                              <a:solidFill>
                                <a:srgbClr val="000000"/>
                              </a:solidFill>
                              <a:latin typeface="Cambria Math" panose="02040503050406030204" pitchFamily="18" charset="0"/>
                            </a:rPr>
                            <m:t>0</m:t>
                          </m:r>
                        </m:sub>
                      </m:sSub>
                      <m: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=20</m:t>
                      </m:r>
                      <m:r>
                        <a:rPr lang="zh-CN" altLang="en-US" i="1">
                          <a:solidFill>
                            <a:srgbClr val="000000"/>
                          </a:solidFill>
                          <a:latin typeface="Cambria Math" panose="02040503050406030204" pitchFamily="18" charset="0"/>
                        </a:rPr>
                        <m:t>𝑚</m:t>
                      </m:r>
                    </m:oMath>
                  </m:oMathPara>
                </a14:m>
                <a:endParaRPr lang="zh-CN" altLang="en-US" dirty="0"/>
              </a:p>
            </p:txBody>
          </p:sp>
        </mc:Choice>
        <mc:Fallback xmlns="">
          <p:sp>
            <p:nvSpPr>
              <p:cNvPr id="110597" name="Object 5">
                <a:extLst>
                  <a:ext uri="{FF2B5EF4-FFF2-40B4-BE49-F238E27FC236}">
                    <a16:creationId xmlns:a16="http://schemas.microsoft.com/office/drawing/2014/main" id="{79B922F3-8BDD-553C-548D-B8DE2535DBBF}"/>
                  </a:ext>
                </a:extLst>
              </p:cNvPr>
              <p:cNvSpPr txBox="1">
                <a:spLocks noRot="1" noChangeAspect="1" noMove="1" noResize="1" noEditPoints="1" noAdjustHandles="1" noChangeArrowheads="1" noChangeShapeType="1" noTextEdit="1"/>
              </p:cNvSpPr>
              <p:nvPr/>
            </p:nvSpPr>
            <p:spPr bwMode="auto">
              <a:xfrm>
                <a:off x="4271962" y="757238"/>
                <a:ext cx="1020117" cy="394326"/>
              </a:xfrm>
              <a:prstGeom prst="rect">
                <a:avLst/>
              </a:prstGeom>
              <a:blipFill>
                <a:blip r:embed="rId2"/>
                <a:stretch>
                  <a:fillRect/>
                </a:stretch>
              </a:blipFill>
              <a:ln>
                <a:noFill/>
              </a:ln>
            </p:spPr>
            <p:txBody>
              <a:bodyPr/>
              <a:lstStyle/>
              <a:p>
                <a:r>
                  <a:rPr lang="zh-CN" altLang="en-US">
                    <a:noFill/>
                  </a:rPr>
                  <a:t> </a:t>
                </a:r>
              </a:p>
            </p:txBody>
          </p:sp>
        </mc:Fallback>
      </mc:AlternateContent>
      <p:sp>
        <p:nvSpPr>
          <p:cNvPr id="110598" name="Rectangle 6">
            <a:extLst>
              <a:ext uri="{FF2B5EF4-FFF2-40B4-BE49-F238E27FC236}">
                <a16:creationId xmlns:a16="http://schemas.microsoft.com/office/drawing/2014/main" id="{CACDB1CF-D391-EEBD-325C-D9FF1D8425E6}"/>
              </a:ext>
            </a:extLst>
          </p:cNvPr>
          <p:cNvSpPr>
            <a:spLocks noChangeArrowheads="1"/>
          </p:cNvSpPr>
          <p:nvPr/>
        </p:nvSpPr>
        <p:spPr bwMode="auto">
          <a:xfrm>
            <a:off x="1709424" y="1179512"/>
            <a:ext cx="811212" cy="348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auto">
              <a:spcBef>
                <a:spcPts val="0"/>
              </a:spcBef>
              <a:spcAft>
                <a:spcPts val="0"/>
              </a:spcAft>
              <a:defRPr/>
            </a:pPr>
            <a:r>
              <a:rPr lang="en-US" altLang="zh-CN" sz="1665" dirty="0">
                <a:latin typeface="+mn-lt"/>
              </a:rPr>
              <a:t>K’</a:t>
            </a:r>
            <a:r>
              <a:rPr lang="zh-CN" altLang="en-US" sz="1665" dirty="0">
                <a:latin typeface="+mn-lt"/>
              </a:rPr>
              <a:t>系中</a:t>
            </a:r>
          </a:p>
        </p:txBody>
      </p:sp>
      <mc:AlternateContent xmlns:mc="http://schemas.openxmlformats.org/markup-compatibility/2006" xmlns:a14="http://schemas.microsoft.com/office/drawing/2010/main">
        <mc:Choice Requires="a14">
          <p:sp>
            <p:nvSpPr>
              <p:cNvPr id="110599" name="Object 7">
                <a:extLst>
                  <a:ext uri="{FF2B5EF4-FFF2-40B4-BE49-F238E27FC236}">
                    <a16:creationId xmlns:a16="http://schemas.microsoft.com/office/drawing/2014/main" id="{0D67A025-860E-F830-147C-908727E1CBF6}"/>
                  </a:ext>
                </a:extLst>
              </p:cNvPr>
              <p:cNvSpPr txBox="1"/>
              <p:nvPr/>
            </p:nvSpPr>
            <p:spPr bwMode="auto">
              <a:xfrm>
                <a:off x="2788583" y="982081"/>
                <a:ext cx="3689276" cy="705431"/>
              </a:xfrm>
              <a:prstGeom prst="rect">
                <a:avLst/>
              </a:prstGeom>
              <a:noFill/>
              <a:ln>
                <a:noFill/>
              </a:ln>
            </p:spPr>
            <p:txBody>
              <a:bodyPr>
                <a:normAutofit fontScale="70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𝑙</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𝑙</m:t>
                          </m:r>
                        </m:e>
                        <m:sub>
                          <m:r>
                            <a:rPr lang="zh-CN" altLang="en-US" i="1">
                              <a:solidFill>
                                <a:srgbClr val="000000"/>
                              </a:solidFill>
                              <a:latin typeface="Cambria Math" panose="02040503050406030204" pitchFamily="18" charset="0"/>
                            </a:rPr>
                            <m:t>0</m:t>
                          </m:r>
                        </m:sub>
                      </m:sSub>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1−</m:t>
                          </m:r>
                          <m:f>
                            <m:fPr>
                              <m:ctrlPr>
                                <a:rPr lang="zh-CN" altLang="en-US" i="1" smtClean="0">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𝑢</m:t>
                                  </m:r>
                                </m:e>
                                <m:sup>
                                  <m:r>
                                    <a:rPr lang="zh-CN" altLang="en-US" i="1">
                                      <a:solidFill>
                                        <a:srgbClr val="000000"/>
                                      </a:solidFill>
                                      <a:latin typeface="Cambria Math" panose="02040503050406030204" pitchFamily="18" charset="0"/>
                                    </a:rPr>
                                    <m:t>2</m:t>
                                  </m:r>
                                </m:sup>
                              </m:sSup>
                            </m:num>
                            <m:den>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𝑐</m:t>
                                  </m:r>
                                </m:e>
                                <m:sup>
                                  <m:r>
                                    <a:rPr lang="zh-CN" altLang="en-US" i="1">
                                      <a:solidFill>
                                        <a:srgbClr val="000000"/>
                                      </a:solidFill>
                                      <a:latin typeface="Cambria Math" panose="02040503050406030204" pitchFamily="18" charset="0"/>
                                    </a:rPr>
                                    <m:t>2</m:t>
                                  </m:r>
                                </m:sup>
                              </m:sSup>
                            </m:den>
                          </m:f>
                        </m:e>
                      </m:rad>
                      <m:r>
                        <a:rPr lang="zh-CN" altLang="en-US" i="1">
                          <a:solidFill>
                            <a:srgbClr val="000000"/>
                          </a:solidFill>
                          <a:latin typeface="Cambria Math" panose="02040503050406030204" pitchFamily="18" charset="0"/>
                        </a:rPr>
                        <m:t>=20×0.6=12</m:t>
                      </m:r>
                      <m:r>
                        <m:rPr>
                          <m:sty m:val="p"/>
                        </m:rPr>
                        <a:rPr lang="zh-CN" altLang="en-US" i="0">
                          <a:solidFill>
                            <a:srgbClr val="000000"/>
                          </a:solidFill>
                          <a:latin typeface="Cambria Math" panose="02040503050406030204" pitchFamily="18" charset="0"/>
                        </a:rPr>
                        <m:t>m</m:t>
                      </m:r>
                    </m:oMath>
                  </m:oMathPara>
                </a14:m>
                <a:endParaRPr lang="zh-CN" altLang="en-US" dirty="0"/>
              </a:p>
            </p:txBody>
          </p:sp>
        </mc:Choice>
        <mc:Fallback xmlns="">
          <p:sp>
            <p:nvSpPr>
              <p:cNvPr id="110599" name="Object 7">
                <a:extLst>
                  <a:ext uri="{FF2B5EF4-FFF2-40B4-BE49-F238E27FC236}">
                    <a16:creationId xmlns:a16="http://schemas.microsoft.com/office/drawing/2014/main" id="{0D67A025-860E-F830-147C-908727E1CBF6}"/>
                  </a:ext>
                </a:extLst>
              </p:cNvPr>
              <p:cNvSpPr txBox="1">
                <a:spLocks noRot="1" noChangeAspect="1" noMove="1" noResize="1" noEditPoints="1" noAdjustHandles="1" noChangeArrowheads="1" noChangeShapeType="1" noTextEdit="1"/>
              </p:cNvSpPr>
              <p:nvPr/>
            </p:nvSpPr>
            <p:spPr bwMode="auto">
              <a:xfrm>
                <a:off x="2788583" y="982081"/>
                <a:ext cx="3689276" cy="705431"/>
              </a:xfrm>
              <a:prstGeom prst="rect">
                <a:avLst/>
              </a:prstGeom>
              <a:blipFill>
                <a:blip r:embed="rId3"/>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0600" name="Object 8">
                <a:extLst>
                  <a:ext uri="{FF2B5EF4-FFF2-40B4-BE49-F238E27FC236}">
                    <a16:creationId xmlns:a16="http://schemas.microsoft.com/office/drawing/2014/main" id="{AA4FDA58-85EC-610B-C7A7-30D919AE68F0}"/>
                  </a:ext>
                </a:extLst>
              </p:cNvPr>
              <p:cNvSpPr txBox="1"/>
              <p:nvPr/>
            </p:nvSpPr>
            <p:spPr bwMode="auto">
              <a:xfrm>
                <a:off x="2723509" y="1633364"/>
                <a:ext cx="2924175" cy="642937"/>
              </a:xfrm>
              <a:prstGeom prst="rect">
                <a:avLst/>
              </a:prstGeom>
              <a:noFill/>
              <a:ln>
                <a:no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i="0">
                          <a:solidFill>
                            <a:srgbClr val="000000"/>
                          </a:solidFill>
                          <a:latin typeface="Cambria Math" panose="02040503050406030204" pitchFamily="18" charset="0"/>
                        </a:rPr>
                        <m:t> </m:t>
                      </m:r>
                      <m:r>
                        <m:rPr>
                          <m:sty m:val="p"/>
                        </m:rPr>
                        <a:rPr lang="zh-CN" altLang="en-US" i="1">
                          <a:solidFill>
                            <a:srgbClr val="000000"/>
                          </a:solidFill>
                          <a:latin typeface="Cambria Math" panose="02040503050406030204" pitchFamily="18" charset="0"/>
                        </a:rPr>
                        <m:t>Δ</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𝑡</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𝑙</m:t>
                          </m:r>
                        </m:num>
                        <m:den>
                          <m:r>
                            <a:rPr lang="zh-CN" altLang="en-US" i="1">
                              <a:solidFill>
                                <a:srgbClr val="000000"/>
                              </a:solidFill>
                              <a:latin typeface="Cambria Math" panose="02040503050406030204" pitchFamily="18" charset="0"/>
                            </a:rPr>
                            <m:t>0.8</m:t>
                          </m:r>
                          <m:r>
                            <a:rPr lang="zh-CN" altLang="en-US" i="1">
                              <a:solidFill>
                                <a:srgbClr val="000000"/>
                              </a:solidFill>
                              <a:latin typeface="Cambria Math" panose="02040503050406030204" pitchFamily="18" charset="0"/>
                            </a:rPr>
                            <m:t>𝑐</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12</m:t>
                          </m:r>
                        </m:num>
                        <m:den>
                          <m:r>
                            <a:rPr lang="zh-CN" altLang="en-US" i="1">
                              <a:solidFill>
                                <a:srgbClr val="000000"/>
                              </a:solidFill>
                              <a:latin typeface="Cambria Math" panose="02040503050406030204" pitchFamily="18" charset="0"/>
                            </a:rPr>
                            <m:t>0.8</m:t>
                          </m:r>
                          <m:r>
                            <a:rPr lang="zh-CN" altLang="en-US" i="1">
                              <a:solidFill>
                                <a:srgbClr val="000000"/>
                              </a:solidFill>
                              <a:latin typeface="Cambria Math" panose="02040503050406030204" pitchFamily="18" charset="0"/>
                            </a:rPr>
                            <m:t>𝑐</m:t>
                          </m:r>
                        </m:den>
                      </m:f>
                      <m:r>
                        <a:rPr lang="zh-CN" altLang="en-US" i="1">
                          <a:solidFill>
                            <a:srgbClr val="000000"/>
                          </a:solidFill>
                          <a:latin typeface="Cambria Math" panose="02040503050406030204" pitchFamily="18" charset="0"/>
                        </a:rPr>
                        <m:t>=5×1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−8</m:t>
                          </m:r>
                        </m:sup>
                      </m:sSup>
                      <m:r>
                        <a:rPr lang="zh-CN" altLang="en-US" i="1">
                          <a:solidFill>
                            <a:srgbClr val="000000"/>
                          </a:solidFill>
                          <a:latin typeface="Cambria Math" panose="02040503050406030204" pitchFamily="18" charset="0"/>
                        </a:rPr>
                        <m:t>𝑠</m:t>
                      </m:r>
                    </m:oMath>
                  </m:oMathPara>
                </a14:m>
                <a:endParaRPr lang="zh-CN" altLang="en-US" dirty="0"/>
              </a:p>
            </p:txBody>
          </p:sp>
        </mc:Choice>
        <mc:Fallback xmlns="">
          <p:sp>
            <p:nvSpPr>
              <p:cNvPr id="110600" name="Object 8">
                <a:extLst>
                  <a:ext uri="{FF2B5EF4-FFF2-40B4-BE49-F238E27FC236}">
                    <a16:creationId xmlns:a16="http://schemas.microsoft.com/office/drawing/2014/main" id="{AA4FDA58-85EC-610B-C7A7-30D919AE68F0}"/>
                  </a:ext>
                </a:extLst>
              </p:cNvPr>
              <p:cNvSpPr txBox="1">
                <a:spLocks noRot="1" noChangeAspect="1" noMove="1" noResize="1" noEditPoints="1" noAdjustHandles="1" noChangeArrowheads="1" noChangeShapeType="1" noTextEdit="1"/>
              </p:cNvSpPr>
              <p:nvPr/>
            </p:nvSpPr>
            <p:spPr bwMode="auto">
              <a:xfrm>
                <a:off x="2723509" y="1633364"/>
                <a:ext cx="2924175" cy="642937"/>
              </a:xfrm>
              <a:prstGeom prst="rect">
                <a:avLst/>
              </a:prstGeom>
              <a:blipFill>
                <a:blip r:embed="rId4"/>
                <a:stretch>
                  <a:fillRect/>
                </a:stretch>
              </a:blipFill>
              <a:ln>
                <a:noFill/>
              </a:ln>
            </p:spPr>
            <p:txBody>
              <a:bodyPr/>
              <a:lstStyle/>
              <a:p>
                <a:r>
                  <a:rPr lang="zh-CN" altLang="en-US">
                    <a:noFill/>
                  </a:rPr>
                  <a:t> </a:t>
                </a:r>
              </a:p>
            </p:txBody>
          </p:sp>
        </mc:Fallback>
      </mc:AlternateContent>
      <p:sp>
        <p:nvSpPr>
          <p:cNvPr id="110601" name="Rectangle 9">
            <a:extLst>
              <a:ext uri="{FF2B5EF4-FFF2-40B4-BE49-F238E27FC236}">
                <a16:creationId xmlns:a16="http://schemas.microsoft.com/office/drawing/2014/main" id="{73976391-0AA6-E6C3-AF7C-27C20DD0456D}"/>
              </a:ext>
            </a:extLst>
          </p:cNvPr>
          <p:cNvSpPr>
            <a:spLocks noChangeArrowheads="1"/>
          </p:cNvSpPr>
          <p:nvPr/>
        </p:nvSpPr>
        <p:spPr bwMode="auto">
          <a:xfrm>
            <a:off x="911225" y="2336048"/>
            <a:ext cx="93980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auto">
              <a:spcBef>
                <a:spcPts val="0"/>
              </a:spcBef>
              <a:spcAft>
                <a:spcPts val="0"/>
              </a:spcAft>
              <a:defRPr/>
            </a:pPr>
            <a:r>
              <a:rPr lang="zh-CN" altLang="en-US" sz="1665" dirty="0">
                <a:solidFill>
                  <a:srgbClr val="FF0000"/>
                </a:solidFill>
                <a:latin typeface="+mn-lt"/>
              </a:rPr>
              <a:t>解</a:t>
            </a:r>
            <a:r>
              <a:rPr lang="en-US" altLang="zh-CN" sz="1665" dirty="0">
                <a:solidFill>
                  <a:srgbClr val="FF0000"/>
                </a:solidFill>
                <a:latin typeface="+mn-lt"/>
              </a:rPr>
              <a:t>2</a:t>
            </a:r>
            <a:r>
              <a:rPr lang="zh-CN" altLang="en-US" sz="1665" dirty="0">
                <a:solidFill>
                  <a:srgbClr val="FF0000"/>
                </a:solidFill>
                <a:latin typeface="+mn-lt"/>
              </a:rPr>
              <a:t>：</a:t>
            </a:r>
          </a:p>
        </p:txBody>
      </p:sp>
      <p:sp>
        <p:nvSpPr>
          <p:cNvPr id="110602" name="Rectangle 10">
            <a:extLst>
              <a:ext uri="{FF2B5EF4-FFF2-40B4-BE49-F238E27FC236}">
                <a16:creationId xmlns:a16="http://schemas.microsoft.com/office/drawing/2014/main" id="{3F4B33D4-1C1C-65C6-2871-50959989F678}"/>
              </a:ext>
            </a:extLst>
          </p:cNvPr>
          <p:cNvSpPr>
            <a:spLocks noChangeArrowheads="1"/>
          </p:cNvSpPr>
          <p:nvPr/>
        </p:nvSpPr>
        <p:spPr bwMode="auto">
          <a:xfrm>
            <a:off x="1811338" y="2336048"/>
            <a:ext cx="721672" cy="348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1665" dirty="0">
                <a:latin typeface="+mn-lt"/>
              </a:rPr>
              <a:t>K</a:t>
            </a:r>
            <a:r>
              <a:rPr lang="zh-CN" altLang="en-US" sz="1665" dirty="0">
                <a:latin typeface="+mn-lt"/>
              </a:rPr>
              <a:t>系中</a:t>
            </a:r>
          </a:p>
        </p:txBody>
      </p:sp>
      <mc:AlternateContent xmlns:mc="http://schemas.openxmlformats.org/markup-compatibility/2006" xmlns:a14="http://schemas.microsoft.com/office/drawing/2010/main">
        <mc:Choice Requires="a14">
          <p:sp>
            <p:nvSpPr>
              <p:cNvPr id="110603" name="Object 11">
                <a:extLst>
                  <a:ext uri="{FF2B5EF4-FFF2-40B4-BE49-F238E27FC236}">
                    <a16:creationId xmlns:a16="http://schemas.microsoft.com/office/drawing/2014/main" id="{945FF264-1508-45F3-8E2A-A3CC3A2C0D8C}"/>
                  </a:ext>
                </a:extLst>
              </p:cNvPr>
              <p:cNvSpPr txBox="1"/>
              <p:nvPr/>
            </p:nvSpPr>
            <p:spPr bwMode="auto">
              <a:xfrm>
                <a:off x="2652713" y="2156661"/>
                <a:ext cx="1828800" cy="658812"/>
              </a:xfrm>
              <a:prstGeom prst="rect">
                <a:avLst/>
              </a:prstGeom>
              <a:noFill/>
              <a:ln>
                <a:noFill/>
              </a:ln>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0">
                          <a:solidFill>
                            <a:srgbClr val="000000"/>
                          </a:solidFill>
                          <a:latin typeface="Cambria Math" panose="02040503050406030204" pitchFamily="18" charset="0"/>
                        </a:rPr>
                        <m:t> </m:t>
                      </m:r>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𝑙</m:t>
                              </m:r>
                            </m:e>
                            <m:sub>
                              <m:r>
                                <a:rPr lang="zh-CN" altLang="en-US" i="1">
                                  <a:solidFill>
                                    <a:srgbClr val="000000"/>
                                  </a:solidFill>
                                  <a:latin typeface="Cambria Math" panose="02040503050406030204" pitchFamily="18" charset="0"/>
                                </a:rPr>
                                <m:t>0</m:t>
                              </m:r>
                            </m:sub>
                          </m:sSub>
                        </m:num>
                        <m:den>
                          <m:r>
                            <a:rPr lang="zh-CN" altLang="en-US" i="1">
                              <a:solidFill>
                                <a:srgbClr val="000000"/>
                              </a:solidFill>
                              <a:latin typeface="Cambria Math" panose="02040503050406030204" pitchFamily="18" charset="0"/>
                            </a:rPr>
                            <m:t>0.8</m:t>
                          </m:r>
                          <m:r>
                            <a:rPr lang="zh-CN" altLang="en-US" i="1">
                              <a:solidFill>
                                <a:srgbClr val="000000"/>
                              </a:solidFill>
                              <a:latin typeface="Cambria Math" panose="02040503050406030204" pitchFamily="18" charset="0"/>
                            </a:rPr>
                            <m:t>𝑐</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20</m:t>
                          </m:r>
                        </m:num>
                        <m:den>
                          <m:r>
                            <a:rPr lang="zh-CN" altLang="en-US" i="1">
                              <a:solidFill>
                                <a:srgbClr val="000000"/>
                              </a:solidFill>
                              <a:latin typeface="Cambria Math" panose="02040503050406030204" pitchFamily="18" charset="0"/>
                            </a:rPr>
                            <m:t>0.8</m:t>
                          </m:r>
                          <m:r>
                            <a:rPr lang="zh-CN" altLang="en-US" i="1">
                              <a:solidFill>
                                <a:srgbClr val="000000"/>
                              </a:solidFill>
                              <a:latin typeface="Cambria Math" panose="02040503050406030204" pitchFamily="18" charset="0"/>
                            </a:rPr>
                            <m:t>𝑐</m:t>
                          </m:r>
                        </m:den>
                      </m:f>
                    </m:oMath>
                  </m:oMathPara>
                </a14:m>
                <a:endParaRPr lang="zh-CN" altLang="en-US" dirty="0"/>
              </a:p>
            </p:txBody>
          </p:sp>
        </mc:Choice>
        <mc:Fallback xmlns="">
          <p:sp>
            <p:nvSpPr>
              <p:cNvPr id="110603" name="Object 11">
                <a:extLst>
                  <a:ext uri="{FF2B5EF4-FFF2-40B4-BE49-F238E27FC236}">
                    <a16:creationId xmlns:a16="http://schemas.microsoft.com/office/drawing/2014/main" id="{945FF264-1508-45F3-8E2A-A3CC3A2C0D8C}"/>
                  </a:ext>
                </a:extLst>
              </p:cNvPr>
              <p:cNvSpPr txBox="1">
                <a:spLocks noRot="1" noChangeAspect="1" noMove="1" noResize="1" noEditPoints="1" noAdjustHandles="1" noChangeArrowheads="1" noChangeShapeType="1" noTextEdit="1"/>
              </p:cNvSpPr>
              <p:nvPr/>
            </p:nvSpPr>
            <p:spPr bwMode="auto">
              <a:xfrm>
                <a:off x="2652713" y="2156661"/>
                <a:ext cx="1828800" cy="658812"/>
              </a:xfrm>
              <a:prstGeom prst="rect">
                <a:avLst/>
              </a:prstGeom>
              <a:blipFill>
                <a:blip r:embed="rId5"/>
                <a:stretch>
                  <a:fillRect/>
                </a:stretch>
              </a:blipFill>
              <a:ln>
                <a:noFill/>
              </a:ln>
            </p:spPr>
            <p:txBody>
              <a:bodyPr/>
              <a:lstStyle/>
              <a:p>
                <a:r>
                  <a:rPr lang="zh-CN" altLang="en-US">
                    <a:noFill/>
                  </a:rPr>
                  <a:t> </a:t>
                </a:r>
              </a:p>
            </p:txBody>
          </p:sp>
        </mc:Fallback>
      </mc:AlternateContent>
      <p:sp>
        <p:nvSpPr>
          <p:cNvPr id="110605" name="Rectangle 13">
            <a:extLst>
              <a:ext uri="{FF2B5EF4-FFF2-40B4-BE49-F238E27FC236}">
                <a16:creationId xmlns:a16="http://schemas.microsoft.com/office/drawing/2014/main" id="{FD355A1A-5A6B-B3A5-1713-1B68FF74F773}"/>
              </a:ext>
            </a:extLst>
          </p:cNvPr>
          <p:cNvSpPr>
            <a:spLocks noChangeArrowheads="1"/>
          </p:cNvSpPr>
          <p:nvPr/>
        </p:nvSpPr>
        <p:spPr bwMode="auto">
          <a:xfrm>
            <a:off x="1526192" y="2927737"/>
            <a:ext cx="1414170" cy="348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1665" dirty="0">
                <a:latin typeface="+mn-lt"/>
              </a:rPr>
              <a:t>K’</a:t>
            </a:r>
            <a:r>
              <a:rPr lang="zh-CN" altLang="en-US" sz="1665" dirty="0">
                <a:latin typeface="+mn-lt"/>
              </a:rPr>
              <a:t>系中为原时</a:t>
            </a:r>
          </a:p>
        </p:txBody>
      </p:sp>
      <mc:AlternateContent xmlns:mc="http://schemas.openxmlformats.org/markup-compatibility/2006" xmlns:a14="http://schemas.microsoft.com/office/drawing/2010/main">
        <mc:Choice Requires="a14">
          <p:sp>
            <p:nvSpPr>
              <p:cNvPr id="110606" name="Object 14">
                <a:extLst>
                  <a:ext uri="{FF2B5EF4-FFF2-40B4-BE49-F238E27FC236}">
                    <a16:creationId xmlns:a16="http://schemas.microsoft.com/office/drawing/2014/main" id="{F9C65201-05EE-8E57-49C5-0750F55C23F3}"/>
                  </a:ext>
                </a:extLst>
              </p:cNvPr>
              <p:cNvSpPr txBox="1"/>
              <p:nvPr/>
            </p:nvSpPr>
            <p:spPr bwMode="auto">
              <a:xfrm>
                <a:off x="3263410" y="2683326"/>
                <a:ext cx="4489152" cy="822474"/>
              </a:xfrm>
              <a:prstGeom prst="rect">
                <a:avLst/>
              </a:prstGeom>
              <a:noFill/>
              <a:ln>
                <a:no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r>
                        <m:rPr>
                          <m:sty m:val="p"/>
                        </m:rPr>
                        <a:rPr lang="zh-CN" altLang="en-US" i="1">
                          <a:solidFill>
                            <a:srgbClr val="000000"/>
                          </a:solidFill>
                          <a:latin typeface="Cambria Math" panose="02040503050406030204" pitchFamily="18" charset="0"/>
                        </a:rPr>
                        <m:t>Δ</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𝑡</m:t>
                      </m:r>
                      <m:rad>
                        <m:radPr>
                          <m:degHide m:val="on"/>
                          <m:ctrlPr>
                            <a:rPr lang="zh-CN" altLang="en-US" i="1" smtClean="0">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1−</m:t>
                          </m:r>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𝑢</m:t>
                                  </m:r>
                                </m:e>
                                <m:sup>
                                  <m:r>
                                    <a:rPr lang="zh-CN" altLang="en-US" i="1">
                                      <a:solidFill>
                                        <a:srgbClr val="000000"/>
                                      </a:solidFill>
                                      <a:latin typeface="Cambria Math" panose="02040503050406030204" pitchFamily="18" charset="0"/>
                                    </a:rPr>
                                    <m:t>2</m:t>
                                  </m:r>
                                </m:sup>
                              </m:sSup>
                            </m:num>
                            <m:den>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𝑐</m:t>
                                  </m:r>
                                </m:e>
                                <m:sup>
                                  <m:r>
                                    <a:rPr lang="zh-CN" altLang="en-US" i="1">
                                      <a:solidFill>
                                        <a:srgbClr val="000000"/>
                                      </a:solidFill>
                                      <a:latin typeface="Cambria Math" panose="02040503050406030204" pitchFamily="18" charset="0"/>
                                    </a:rPr>
                                    <m:t>2</m:t>
                                  </m:r>
                                </m:sup>
                              </m:sSup>
                            </m:den>
                          </m:f>
                        </m:e>
                      </m:rad>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20</m:t>
                          </m:r>
                        </m:num>
                        <m:den>
                          <m:r>
                            <a:rPr lang="zh-CN" altLang="en-US" i="1">
                              <a:solidFill>
                                <a:srgbClr val="000000"/>
                              </a:solidFill>
                              <a:latin typeface="Cambria Math" panose="02040503050406030204" pitchFamily="18" charset="0"/>
                            </a:rPr>
                            <m:t>0.8</m:t>
                          </m:r>
                          <m:r>
                            <a:rPr lang="zh-CN" altLang="en-US" i="1">
                              <a:solidFill>
                                <a:srgbClr val="000000"/>
                              </a:solidFill>
                              <a:latin typeface="Cambria Math" panose="02040503050406030204" pitchFamily="18" charset="0"/>
                            </a:rPr>
                            <m:t>𝑐</m:t>
                          </m:r>
                        </m:den>
                      </m:f>
                      <m:r>
                        <a:rPr lang="zh-CN" altLang="en-US" i="1">
                          <a:solidFill>
                            <a:srgbClr val="000000"/>
                          </a:solidFill>
                          <a:latin typeface="Cambria Math" panose="02040503050406030204" pitchFamily="18" charset="0"/>
                        </a:rPr>
                        <m:t>×0.6=5×1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−8</m:t>
                          </m:r>
                        </m:sup>
                      </m:sSup>
                      <m:r>
                        <a:rPr lang="zh-CN" altLang="en-US" i="1">
                          <a:solidFill>
                            <a:srgbClr val="000000"/>
                          </a:solidFill>
                          <a:latin typeface="Cambria Math" panose="02040503050406030204" pitchFamily="18" charset="0"/>
                        </a:rPr>
                        <m:t>𝑠</m:t>
                      </m:r>
                    </m:oMath>
                  </m:oMathPara>
                </a14:m>
                <a:endParaRPr lang="zh-CN" altLang="en-US" dirty="0"/>
              </a:p>
            </p:txBody>
          </p:sp>
        </mc:Choice>
        <mc:Fallback xmlns="">
          <p:sp>
            <p:nvSpPr>
              <p:cNvPr id="110606" name="Object 14">
                <a:extLst>
                  <a:ext uri="{FF2B5EF4-FFF2-40B4-BE49-F238E27FC236}">
                    <a16:creationId xmlns:a16="http://schemas.microsoft.com/office/drawing/2014/main" id="{F9C65201-05EE-8E57-49C5-0750F55C23F3}"/>
                  </a:ext>
                </a:extLst>
              </p:cNvPr>
              <p:cNvSpPr txBox="1">
                <a:spLocks noRot="1" noChangeAspect="1" noMove="1" noResize="1" noEditPoints="1" noAdjustHandles="1" noChangeArrowheads="1" noChangeShapeType="1" noTextEdit="1"/>
              </p:cNvSpPr>
              <p:nvPr/>
            </p:nvSpPr>
            <p:spPr bwMode="auto">
              <a:xfrm>
                <a:off x="3263410" y="2683326"/>
                <a:ext cx="4489152" cy="822474"/>
              </a:xfrm>
              <a:prstGeom prst="rect">
                <a:avLst/>
              </a:prstGeom>
              <a:blipFill>
                <a:blip r:embed="rId6"/>
                <a:stretch>
                  <a:fillRect/>
                </a:stretch>
              </a:blipFill>
              <a:ln>
                <a:noFill/>
              </a:ln>
            </p:spPr>
            <p:txBody>
              <a:bodyPr/>
              <a:lstStyle/>
              <a:p>
                <a:r>
                  <a:rPr lang="zh-CN" altLang="en-US">
                    <a:noFill/>
                  </a:rPr>
                  <a:t> </a:t>
                </a:r>
              </a:p>
            </p:txBody>
          </p:sp>
        </mc:Fallback>
      </mc:AlternateContent>
      <p:sp>
        <p:nvSpPr>
          <p:cNvPr id="110607" name="Rectangle 15">
            <a:extLst>
              <a:ext uri="{FF2B5EF4-FFF2-40B4-BE49-F238E27FC236}">
                <a16:creationId xmlns:a16="http://schemas.microsoft.com/office/drawing/2014/main" id="{2226519C-F2BB-1A86-A412-307A9727F2A7}"/>
              </a:ext>
            </a:extLst>
          </p:cNvPr>
          <p:cNvSpPr>
            <a:spLocks noChangeArrowheads="1"/>
          </p:cNvSpPr>
          <p:nvPr/>
        </p:nvSpPr>
        <p:spPr bwMode="auto">
          <a:xfrm>
            <a:off x="911225" y="3629025"/>
            <a:ext cx="93980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auto">
              <a:spcBef>
                <a:spcPts val="0"/>
              </a:spcBef>
              <a:spcAft>
                <a:spcPts val="0"/>
              </a:spcAft>
              <a:defRPr/>
            </a:pPr>
            <a:r>
              <a:rPr lang="zh-CN" altLang="en-US" sz="1665" dirty="0">
                <a:solidFill>
                  <a:srgbClr val="FF0000"/>
                </a:solidFill>
                <a:latin typeface="+mn-lt"/>
              </a:rPr>
              <a:t>解</a:t>
            </a:r>
            <a:r>
              <a:rPr lang="en-US" altLang="zh-CN" sz="1665" dirty="0">
                <a:solidFill>
                  <a:srgbClr val="FF0000"/>
                </a:solidFill>
                <a:latin typeface="+mn-lt"/>
              </a:rPr>
              <a:t>3</a:t>
            </a:r>
            <a:r>
              <a:rPr lang="zh-CN" altLang="en-US" sz="1665" dirty="0">
                <a:solidFill>
                  <a:srgbClr val="FF0000"/>
                </a:solidFill>
                <a:latin typeface="+mn-lt"/>
              </a:rPr>
              <a:t>：</a:t>
            </a:r>
          </a:p>
        </p:txBody>
      </p:sp>
      <p:sp>
        <p:nvSpPr>
          <p:cNvPr id="110608" name="Rectangle 16">
            <a:extLst>
              <a:ext uri="{FF2B5EF4-FFF2-40B4-BE49-F238E27FC236}">
                <a16:creationId xmlns:a16="http://schemas.microsoft.com/office/drawing/2014/main" id="{0980552F-4097-10E5-DE02-3A04B484F9F3}"/>
              </a:ext>
            </a:extLst>
          </p:cNvPr>
          <p:cNvSpPr>
            <a:spLocks noChangeArrowheads="1"/>
          </p:cNvSpPr>
          <p:nvPr/>
        </p:nvSpPr>
        <p:spPr bwMode="auto">
          <a:xfrm>
            <a:off x="1811338" y="3621088"/>
            <a:ext cx="721672" cy="348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1665" dirty="0">
                <a:latin typeface="+mn-lt"/>
              </a:rPr>
              <a:t>K</a:t>
            </a:r>
            <a:r>
              <a:rPr lang="zh-CN" altLang="en-US" sz="1665" dirty="0">
                <a:latin typeface="+mn-lt"/>
              </a:rPr>
              <a:t>系中</a:t>
            </a:r>
          </a:p>
        </p:txBody>
      </p:sp>
      <mc:AlternateContent xmlns:mc="http://schemas.openxmlformats.org/markup-compatibility/2006" xmlns:a14="http://schemas.microsoft.com/office/drawing/2010/main">
        <mc:Choice Requires="a14">
          <p:sp>
            <p:nvSpPr>
              <p:cNvPr id="110609" name="Object 17">
                <a:extLst>
                  <a:ext uri="{FF2B5EF4-FFF2-40B4-BE49-F238E27FC236}">
                    <a16:creationId xmlns:a16="http://schemas.microsoft.com/office/drawing/2014/main" id="{FE5513BA-F11D-B093-5608-26044BFF5D16}"/>
                  </a:ext>
                </a:extLst>
              </p:cNvPr>
              <p:cNvSpPr txBox="1"/>
              <p:nvPr/>
            </p:nvSpPr>
            <p:spPr bwMode="auto">
              <a:xfrm>
                <a:off x="2689225" y="3659187"/>
                <a:ext cx="1216025" cy="319087"/>
              </a:xfrm>
              <a:prstGeom prst="rect">
                <a:avLst/>
              </a:prstGeom>
              <a:noFill/>
              <a:ln>
                <a:noFill/>
              </a:ln>
            </p:spPr>
            <p:txBody>
              <a:bodyPr>
                <a:normAutofit fontScale="77500" lnSpcReduction="20000"/>
              </a:bodyPr>
              <a:lstStyle/>
              <a:p>
                <a:pPr/>
                <a14:m>
                  <m:oMathPara xmlns:m="http://schemas.openxmlformats.org/officeDocument/2006/math">
                    <m:oMathParaPr>
                      <m:jc m:val="left"/>
                    </m:oMathParaPr>
                    <m:oMath xmlns:m="http://schemas.openxmlformats.org/officeDocument/2006/math">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𝑥</m:t>
                      </m:r>
                      <m: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=20</m:t>
                      </m:r>
                      <m:r>
                        <a:rPr lang="zh-CN" altLang="en-US" i="1">
                          <a:solidFill>
                            <a:srgbClr val="000000"/>
                          </a:solidFill>
                          <a:latin typeface="Cambria Math" panose="02040503050406030204" pitchFamily="18" charset="0"/>
                        </a:rPr>
                        <m:t>𝑚</m:t>
                      </m:r>
                    </m:oMath>
                  </m:oMathPara>
                </a14:m>
                <a:endParaRPr lang="zh-CN" altLang="en-US" dirty="0"/>
              </a:p>
            </p:txBody>
          </p:sp>
        </mc:Choice>
        <mc:Fallback xmlns="">
          <p:sp>
            <p:nvSpPr>
              <p:cNvPr id="110609" name="Object 17">
                <a:extLst>
                  <a:ext uri="{FF2B5EF4-FFF2-40B4-BE49-F238E27FC236}">
                    <a16:creationId xmlns:a16="http://schemas.microsoft.com/office/drawing/2014/main" id="{FE5513BA-F11D-B093-5608-26044BFF5D16}"/>
                  </a:ext>
                </a:extLst>
              </p:cNvPr>
              <p:cNvSpPr txBox="1">
                <a:spLocks noRot="1" noChangeAspect="1" noMove="1" noResize="1" noEditPoints="1" noAdjustHandles="1" noChangeArrowheads="1" noChangeShapeType="1" noTextEdit="1"/>
              </p:cNvSpPr>
              <p:nvPr/>
            </p:nvSpPr>
            <p:spPr bwMode="auto">
              <a:xfrm>
                <a:off x="2689225" y="3659187"/>
                <a:ext cx="1216025" cy="319087"/>
              </a:xfrm>
              <a:prstGeom prst="rect">
                <a:avLst/>
              </a:prstGeom>
              <a:blipFill>
                <a:blip r:embed="rId7"/>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0610" name="Object 18">
                <a:extLst>
                  <a:ext uri="{FF2B5EF4-FFF2-40B4-BE49-F238E27FC236}">
                    <a16:creationId xmlns:a16="http://schemas.microsoft.com/office/drawing/2014/main" id="{C719D01B-28A2-9B0A-471A-FCD13CFE4529}"/>
                  </a:ext>
                </a:extLst>
              </p:cNvPr>
              <p:cNvSpPr txBox="1"/>
              <p:nvPr/>
            </p:nvSpPr>
            <p:spPr bwMode="auto">
              <a:xfrm>
                <a:off x="4068763" y="3490913"/>
                <a:ext cx="1828800" cy="658813"/>
              </a:xfrm>
              <a:prstGeom prst="rect">
                <a:avLst/>
              </a:prstGeom>
              <a:noFill/>
              <a:ln>
                <a:noFill/>
              </a:ln>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0">
                          <a:solidFill>
                            <a:srgbClr val="000000"/>
                          </a:solidFill>
                          <a:latin typeface="Cambria Math" panose="02040503050406030204" pitchFamily="18" charset="0"/>
                        </a:rPr>
                        <m:t> </m:t>
                      </m:r>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𝑥</m:t>
                          </m:r>
                        </m:num>
                        <m:den>
                          <m:r>
                            <a:rPr lang="zh-CN" altLang="en-US" i="1">
                              <a:solidFill>
                                <a:srgbClr val="000000"/>
                              </a:solidFill>
                              <a:latin typeface="Cambria Math" panose="02040503050406030204" pitchFamily="18" charset="0"/>
                            </a:rPr>
                            <m:t>0.8</m:t>
                          </m:r>
                          <m:r>
                            <a:rPr lang="zh-CN" altLang="en-US" i="1">
                              <a:solidFill>
                                <a:srgbClr val="000000"/>
                              </a:solidFill>
                              <a:latin typeface="Cambria Math" panose="02040503050406030204" pitchFamily="18" charset="0"/>
                            </a:rPr>
                            <m:t>𝑐</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20</m:t>
                          </m:r>
                        </m:num>
                        <m:den>
                          <m:r>
                            <a:rPr lang="zh-CN" altLang="en-US" i="1">
                              <a:solidFill>
                                <a:srgbClr val="000000"/>
                              </a:solidFill>
                              <a:latin typeface="Cambria Math" panose="02040503050406030204" pitchFamily="18" charset="0"/>
                            </a:rPr>
                            <m:t>0.8</m:t>
                          </m:r>
                          <m:r>
                            <a:rPr lang="zh-CN" altLang="en-US" i="1">
                              <a:solidFill>
                                <a:srgbClr val="000000"/>
                              </a:solidFill>
                              <a:latin typeface="Cambria Math" panose="02040503050406030204" pitchFamily="18" charset="0"/>
                            </a:rPr>
                            <m:t>𝑐</m:t>
                          </m:r>
                        </m:den>
                      </m:f>
                    </m:oMath>
                  </m:oMathPara>
                </a14:m>
                <a:endParaRPr lang="zh-CN" altLang="en-US" dirty="0"/>
              </a:p>
            </p:txBody>
          </p:sp>
        </mc:Choice>
        <mc:Fallback xmlns="">
          <p:sp>
            <p:nvSpPr>
              <p:cNvPr id="110610" name="Object 18">
                <a:extLst>
                  <a:ext uri="{FF2B5EF4-FFF2-40B4-BE49-F238E27FC236}">
                    <a16:creationId xmlns:a16="http://schemas.microsoft.com/office/drawing/2014/main" id="{C719D01B-28A2-9B0A-471A-FCD13CFE4529}"/>
                  </a:ext>
                </a:extLst>
              </p:cNvPr>
              <p:cNvSpPr txBox="1">
                <a:spLocks noRot="1" noChangeAspect="1" noMove="1" noResize="1" noEditPoints="1" noAdjustHandles="1" noChangeArrowheads="1" noChangeShapeType="1" noTextEdit="1"/>
              </p:cNvSpPr>
              <p:nvPr/>
            </p:nvSpPr>
            <p:spPr bwMode="auto">
              <a:xfrm>
                <a:off x="4068763" y="3490913"/>
                <a:ext cx="1828800" cy="658813"/>
              </a:xfrm>
              <a:prstGeom prst="rect">
                <a:avLst/>
              </a:prstGeom>
              <a:blipFill>
                <a:blip r:embed="rId8"/>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0611" name="Object 19">
                <a:extLst>
                  <a:ext uri="{FF2B5EF4-FFF2-40B4-BE49-F238E27FC236}">
                    <a16:creationId xmlns:a16="http://schemas.microsoft.com/office/drawing/2014/main" id="{CC35DF32-DC3F-404E-1A68-9E96EBC850D1}"/>
                  </a:ext>
                </a:extLst>
              </p:cNvPr>
              <p:cNvSpPr txBox="1"/>
              <p:nvPr/>
            </p:nvSpPr>
            <p:spPr bwMode="auto">
              <a:xfrm>
                <a:off x="3500780" y="4112784"/>
                <a:ext cx="2432951" cy="948674"/>
              </a:xfrm>
              <a:prstGeom prst="rect">
                <a:avLst/>
              </a:prstGeom>
              <a:noFill/>
              <a:ln>
                <a:noFill/>
              </a:ln>
            </p:spPr>
            <p:txBody>
              <a:bodyPr>
                <a:normAutofit fontScale="77500" lnSpcReduction="20000"/>
              </a:bodyPr>
              <a:lstStyle/>
              <a:p>
                <a:pPr/>
                <a14:m>
                  <m:oMathPara xmlns:m="http://schemas.openxmlformats.org/officeDocument/2006/math">
                    <m:oMathParaPr>
                      <m:jc m:val="left"/>
                    </m:oMathParaPr>
                    <m:oMath xmlns:m="http://schemas.openxmlformats.org/officeDocument/2006/math">
                      <m:r>
                        <m:rPr>
                          <m:sty m:val="p"/>
                        </m:rPr>
                        <a:rPr lang="zh-CN" altLang="en-US" i="1" smtClean="0">
                          <a:solidFill>
                            <a:srgbClr val="000000"/>
                          </a:solidFill>
                          <a:latin typeface="Cambria Math" panose="02040503050406030204" pitchFamily="18" charset="0"/>
                        </a:rPr>
                        <m:t>Δ</m:t>
                      </m:r>
                      <m:r>
                        <a:rPr lang="en-US" altLang="zh-CN" b="0" i="1" smtClean="0">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m:rPr>
                              <m:sty m:val="p"/>
                            </m:rPr>
                            <a:rPr lang="zh-CN" altLang="en-US" i="1">
                              <a:solidFill>
                                <a:srgbClr val="000000"/>
                              </a:solidFill>
                              <a:latin typeface="Cambria Math" panose="02040503050406030204" pitchFamily="18" charset="0"/>
                            </a:rPr>
                            <m:t>Δ</m:t>
                          </m:r>
                          <m:sSup>
                            <m:sSupPr>
                              <m:ctrlPr>
                                <a:rPr lang="en-US" altLang="zh-CN" b="0" i="1" smtClean="0">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𝑡</m:t>
                              </m:r>
                            </m:e>
                            <m:sup>
                              <m:r>
                                <a:rPr lang="en-US" altLang="zh-CN" b="0" i="1" smtClean="0">
                                  <a:solidFill>
                                    <a:srgbClr val="000000"/>
                                  </a:solidFill>
                                  <a:latin typeface="Cambria Math" panose="02040503050406030204" pitchFamily="18" charset="0"/>
                                </a:rPr>
                                <m:t>′</m:t>
                              </m:r>
                            </m:sup>
                          </m:sSup>
                          <m:r>
                            <a:rPr lang="en-US" altLang="zh-CN" b="0" i="1" smtClean="0">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𝑢</m:t>
                              </m:r>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𝑥</m:t>
                              </m:r>
                              <m:r>
                                <a:rPr lang="en-US" altLang="zh-CN" b="0" i="1" smtClean="0">
                                  <a:solidFill>
                                    <a:srgbClr val="000000"/>
                                  </a:solidFill>
                                  <a:latin typeface="Cambria Math" panose="02040503050406030204" pitchFamily="18" charset="0"/>
                                </a:rPr>
                                <m:t>′</m:t>
                              </m:r>
                            </m:num>
                            <m:den>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𝑐</m:t>
                                  </m:r>
                                </m:e>
                                <m:sup>
                                  <m:r>
                                    <a:rPr lang="zh-CN" altLang="en-US" i="1">
                                      <a:solidFill>
                                        <a:srgbClr val="000000"/>
                                      </a:solidFill>
                                      <a:latin typeface="Cambria Math" panose="02040503050406030204" pitchFamily="18" charset="0"/>
                                    </a:rPr>
                                    <m:t>2</m:t>
                                  </m:r>
                                </m:sup>
                              </m:sSup>
                            </m:den>
                          </m:f>
                        </m:num>
                        <m:den>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1−</m:t>
                              </m:r>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𝑢</m:t>
                                      </m:r>
                                    </m:e>
                                    <m:sup>
                                      <m:r>
                                        <a:rPr lang="zh-CN" altLang="en-US" i="1">
                                          <a:solidFill>
                                            <a:srgbClr val="000000"/>
                                          </a:solidFill>
                                          <a:latin typeface="Cambria Math" panose="02040503050406030204" pitchFamily="18" charset="0"/>
                                        </a:rPr>
                                        <m:t>2</m:t>
                                      </m:r>
                                    </m:sup>
                                  </m:sSup>
                                </m:num>
                                <m:den>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𝑐</m:t>
                                      </m:r>
                                    </m:e>
                                    <m:sup>
                                      <m:r>
                                        <a:rPr lang="zh-CN" altLang="en-US" i="1">
                                          <a:solidFill>
                                            <a:srgbClr val="000000"/>
                                          </a:solidFill>
                                          <a:latin typeface="Cambria Math" panose="02040503050406030204" pitchFamily="18" charset="0"/>
                                        </a:rPr>
                                        <m:t>2</m:t>
                                      </m:r>
                                    </m:sup>
                                  </m:sSup>
                                </m:den>
                              </m:f>
                            </m:e>
                          </m:rad>
                        </m:den>
                      </m:f>
                    </m:oMath>
                  </m:oMathPara>
                </a14:m>
                <a:endParaRPr lang="zh-CN" altLang="en-US" dirty="0"/>
              </a:p>
            </p:txBody>
          </p:sp>
        </mc:Choice>
        <mc:Fallback xmlns="">
          <p:sp>
            <p:nvSpPr>
              <p:cNvPr id="110611" name="Object 19">
                <a:extLst>
                  <a:ext uri="{FF2B5EF4-FFF2-40B4-BE49-F238E27FC236}">
                    <a16:creationId xmlns:a16="http://schemas.microsoft.com/office/drawing/2014/main" id="{CC35DF32-DC3F-404E-1A68-9E96EBC850D1}"/>
                  </a:ext>
                </a:extLst>
              </p:cNvPr>
              <p:cNvSpPr txBox="1">
                <a:spLocks noRot="1" noChangeAspect="1" noMove="1" noResize="1" noEditPoints="1" noAdjustHandles="1" noChangeArrowheads="1" noChangeShapeType="1" noTextEdit="1"/>
              </p:cNvSpPr>
              <p:nvPr/>
            </p:nvSpPr>
            <p:spPr bwMode="auto">
              <a:xfrm>
                <a:off x="3500780" y="4112784"/>
                <a:ext cx="2432951" cy="948674"/>
              </a:xfrm>
              <a:prstGeom prst="rect">
                <a:avLst/>
              </a:prstGeom>
              <a:blipFill>
                <a:blip r:embed="rId9"/>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0612" name="Object 20">
                <a:extLst>
                  <a:ext uri="{FF2B5EF4-FFF2-40B4-BE49-F238E27FC236}">
                    <a16:creationId xmlns:a16="http://schemas.microsoft.com/office/drawing/2014/main" id="{F695BCEA-80BF-D427-79AB-392529A26ABA}"/>
                  </a:ext>
                </a:extLst>
              </p:cNvPr>
              <p:cNvSpPr txBox="1"/>
              <p:nvPr/>
            </p:nvSpPr>
            <p:spPr bwMode="auto">
              <a:xfrm>
                <a:off x="5543856" y="757238"/>
                <a:ext cx="1152246" cy="455887"/>
              </a:xfrm>
              <a:prstGeom prst="rect">
                <a:avLst/>
              </a:prstGeom>
              <a:noFill/>
              <a:ln>
                <a:no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𝑢</m:t>
                      </m:r>
                      <m: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=−0.8</m:t>
                      </m:r>
                      <m:r>
                        <a:rPr lang="zh-CN" altLang="en-US" i="1">
                          <a:solidFill>
                            <a:srgbClr val="000000"/>
                          </a:solidFill>
                          <a:latin typeface="Cambria Math" panose="02040503050406030204" pitchFamily="18" charset="0"/>
                        </a:rPr>
                        <m:t>𝑐</m:t>
                      </m:r>
                    </m:oMath>
                  </m:oMathPara>
                </a14:m>
                <a:endParaRPr lang="zh-CN" altLang="en-US" dirty="0"/>
              </a:p>
            </p:txBody>
          </p:sp>
        </mc:Choice>
        <mc:Fallback xmlns="">
          <p:sp>
            <p:nvSpPr>
              <p:cNvPr id="110612" name="Object 20">
                <a:extLst>
                  <a:ext uri="{FF2B5EF4-FFF2-40B4-BE49-F238E27FC236}">
                    <a16:creationId xmlns:a16="http://schemas.microsoft.com/office/drawing/2014/main" id="{F695BCEA-80BF-D427-79AB-392529A26ABA}"/>
                  </a:ext>
                </a:extLst>
              </p:cNvPr>
              <p:cNvSpPr txBox="1">
                <a:spLocks noRot="1" noChangeAspect="1" noMove="1" noResize="1" noEditPoints="1" noAdjustHandles="1" noChangeArrowheads="1" noChangeShapeType="1" noTextEdit="1"/>
              </p:cNvSpPr>
              <p:nvPr/>
            </p:nvSpPr>
            <p:spPr bwMode="auto">
              <a:xfrm>
                <a:off x="5543856" y="757238"/>
                <a:ext cx="1152246" cy="455887"/>
              </a:xfrm>
              <a:prstGeom prst="rect">
                <a:avLst/>
              </a:prstGeom>
              <a:blipFill>
                <a:blip r:embed="rId10"/>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Object 20">
                <a:extLst>
                  <a:ext uri="{FF2B5EF4-FFF2-40B4-BE49-F238E27FC236}">
                    <a16:creationId xmlns:a16="http://schemas.microsoft.com/office/drawing/2014/main" id="{A2B98961-A641-E33A-9D1E-075EB03DDD3E}"/>
                  </a:ext>
                </a:extLst>
              </p:cNvPr>
              <p:cNvSpPr txBox="1"/>
              <p:nvPr/>
            </p:nvSpPr>
            <p:spPr bwMode="auto">
              <a:xfrm>
                <a:off x="6300192" y="3609973"/>
                <a:ext cx="1223664" cy="417513"/>
              </a:xfrm>
              <a:prstGeom prst="rect">
                <a:avLst/>
              </a:prstGeom>
              <a:noFill/>
              <a:ln>
                <a:noFill/>
              </a:ln>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𝑢</m:t>
                      </m:r>
                      <m: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=−0.8</m:t>
                      </m:r>
                      <m:r>
                        <a:rPr lang="zh-CN" altLang="en-US" i="1">
                          <a:solidFill>
                            <a:srgbClr val="000000"/>
                          </a:solidFill>
                          <a:latin typeface="Cambria Math" panose="02040503050406030204" pitchFamily="18" charset="0"/>
                        </a:rPr>
                        <m:t>𝑐</m:t>
                      </m:r>
                    </m:oMath>
                  </m:oMathPara>
                </a14:m>
                <a:endParaRPr lang="zh-CN" altLang="en-US" dirty="0"/>
              </a:p>
            </p:txBody>
          </p:sp>
        </mc:Choice>
        <mc:Fallback xmlns="">
          <p:sp>
            <p:nvSpPr>
              <p:cNvPr id="2" name="Object 20">
                <a:extLst>
                  <a:ext uri="{FF2B5EF4-FFF2-40B4-BE49-F238E27FC236}">
                    <a16:creationId xmlns:a16="http://schemas.microsoft.com/office/drawing/2014/main" id="{A2B98961-A641-E33A-9D1E-075EB03DDD3E}"/>
                  </a:ext>
                </a:extLst>
              </p:cNvPr>
              <p:cNvSpPr txBox="1">
                <a:spLocks noRot="1" noChangeAspect="1" noMove="1" noResize="1" noEditPoints="1" noAdjustHandles="1" noChangeArrowheads="1" noChangeShapeType="1" noTextEdit="1"/>
              </p:cNvSpPr>
              <p:nvPr/>
            </p:nvSpPr>
            <p:spPr bwMode="auto">
              <a:xfrm>
                <a:off x="6300192" y="3609973"/>
                <a:ext cx="1223664" cy="417513"/>
              </a:xfrm>
              <a:prstGeom prst="rect">
                <a:avLst/>
              </a:prstGeom>
              <a:blipFill>
                <a:blip r:embed="rId11"/>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Object 17">
                <a:extLst>
                  <a:ext uri="{FF2B5EF4-FFF2-40B4-BE49-F238E27FC236}">
                    <a16:creationId xmlns:a16="http://schemas.microsoft.com/office/drawing/2014/main" id="{6A17CEDE-0B4C-A62A-9476-E7584B80D900}"/>
                  </a:ext>
                </a:extLst>
              </p:cNvPr>
              <p:cNvSpPr txBox="1"/>
              <p:nvPr/>
            </p:nvSpPr>
            <p:spPr bwMode="auto">
              <a:xfrm>
                <a:off x="2400300" y="4387056"/>
                <a:ext cx="1216025" cy="319087"/>
              </a:xfrm>
              <a:prstGeom prst="rect">
                <a:avLst/>
              </a:prstGeom>
              <a:noFill/>
              <a:ln>
                <a:noFill/>
              </a:ln>
            </p:spPr>
            <p:txBody>
              <a:bodyPr>
                <a:normAutofit fontScale="77500" lnSpcReduction="20000"/>
              </a:bodyPr>
              <a:lstStyle/>
              <a:p>
                <a:pPr/>
                <a14:m>
                  <m:oMathPara xmlns:m="http://schemas.openxmlformats.org/officeDocument/2006/math">
                    <m:oMathParaPr>
                      <m:jc m:val="left"/>
                    </m:oMathParaPr>
                    <m:oMath xmlns:m="http://schemas.openxmlformats.org/officeDocument/2006/math">
                      <m:r>
                        <m:rPr>
                          <m:sty m:val="p"/>
                        </m:rPr>
                        <a:rPr lang="zh-CN" altLang="en-US" i="1" smtClean="0">
                          <a:solidFill>
                            <a:srgbClr val="000000"/>
                          </a:solidFill>
                          <a:latin typeface="Cambria Math" panose="02040503050406030204" pitchFamily="18" charset="0"/>
                        </a:rPr>
                        <m:t>Δ</m:t>
                      </m:r>
                      <m:r>
                        <a:rPr lang="zh-CN" altLang="en-US" i="1" smtClean="0">
                          <a:solidFill>
                            <a:srgbClr val="000000"/>
                          </a:solidFill>
                          <a:latin typeface="Cambria Math" panose="02040503050406030204" pitchFamily="18" charset="0"/>
                        </a:rPr>
                        <m:t>𝑥</m:t>
                      </m:r>
                      <m:r>
                        <a:rPr lang="en-US" altLang="zh-CN" b="0" i="0" smtClean="0">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0</m:t>
                      </m:r>
                    </m:oMath>
                  </m:oMathPara>
                </a14:m>
                <a:endParaRPr lang="zh-CN" altLang="en-US" dirty="0"/>
              </a:p>
            </p:txBody>
          </p:sp>
        </mc:Choice>
        <mc:Fallback xmlns="">
          <p:sp>
            <p:nvSpPr>
              <p:cNvPr id="11" name="Object 17">
                <a:extLst>
                  <a:ext uri="{FF2B5EF4-FFF2-40B4-BE49-F238E27FC236}">
                    <a16:creationId xmlns:a16="http://schemas.microsoft.com/office/drawing/2014/main" id="{6A17CEDE-0B4C-A62A-9476-E7584B80D900}"/>
                  </a:ext>
                </a:extLst>
              </p:cNvPr>
              <p:cNvSpPr txBox="1">
                <a:spLocks noRot="1" noChangeAspect="1" noMove="1" noResize="1" noEditPoints="1" noAdjustHandles="1" noChangeArrowheads="1" noChangeShapeType="1" noTextEdit="1"/>
              </p:cNvSpPr>
              <p:nvPr/>
            </p:nvSpPr>
            <p:spPr bwMode="auto">
              <a:xfrm>
                <a:off x="2400300" y="4387056"/>
                <a:ext cx="1216025" cy="319087"/>
              </a:xfrm>
              <a:prstGeom prst="rect">
                <a:avLst/>
              </a:prstGeom>
              <a:blipFill>
                <a:blip r:embed="rId12"/>
                <a:stretch>
                  <a:fillRect/>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Object 19">
                <a:extLst>
                  <a:ext uri="{FF2B5EF4-FFF2-40B4-BE49-F238E27FC236}">
                    <a16:creationId xmlns:a16="http://schemas.microsoft.com/office/drawing/2014/main" id="{C1CC8C34-B6E3-29D6-FB9F-7853E6270A4D}"/>
                  </a:ext>
                </a:extLst>
              </p:cNvPr>
              <p:cNvSpPr txBox="1"/>
              <p:nvPr/>
            </p:nvSpPr>
            <p:spPr bwMode="auto">
              <a:xfrm>
                <a:off x="5507986" y="4343399"/>
                <a:ext cx="2686050" cy="413311"/>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a:rPr lang="zh-CN" altLang="en-US" i="1" smtClean="0">
                          <a:solidFill>
                            <a:srgbClr val="000000"/>
                          </a:solidFill>
                          <a:latin typeface="Cambria Math" panose="02040503050406030204" pitchFamily="18" charset="0"/>
                        </a:rPr>
                        <m:t>⇒</m:t>
                      </m:r>
                      <m:r>
                        <m:rPr>
                          <m:sty m:val="p"/>
                        </m:rPr>
                        <a:rPr lang="zh-CN" altLang="en-US" i="1" smtClean="0">
                          <a:solidFill>
                            <a:srgbClr val="000000"/>
                          </a:solidFill>
                          <a:latin typeface="Cambria Math" panose="02040503050406030204" pitchFamily="18" charset="0"/>
                        </a:rPr>
                        <m:t>Δ</m:t>
                      </m:r>
                      <m:r>
                        <a:rPr lang="en-US" altLang="zh-CN" b="0" i="1" smtClean="0">
                          <a:solidFill>
                            <a:srgbClr val="000000"/>
                          </a:solidFill>
                          <a:latin typeface="Cambria Math" panose="02040503050406030204" pitchFamily="18" charset="0"/>
                        </a:rPr>
                        <m:t>𝑡</m:t>
                      </m:r>
                      <m:r>
                        <a:rPr lang="en-US" altLang="zh-CN" b="0" i="1" smtClean="0">
                          <a:solidFill>
                            <a:srgbClr val="000000"/>
                          </a:solidFill>
                          <a:latin typeface="Cambria Math" panose="02040503050406030204" pitchFamily="18" charset="0"/>
                        </a:rPr>
                        <m:t>′=5×1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−8</m:t>
                          </m:r>
                        </m:sup>
                      </m:sSup>
                      <m:r>
                        <m:rPr>
                          <m:sty m:val="p"/>
                        </m:rPr>
                        <a:rPr lang="zh-CN" altLang="en-US" i="0">
                          <a:solidFill>
                            <a:srgbClr val="000000"/>
                          </a:solidFill>
                          <a:latin typeface="Cambria Math" panose="02040503050406030204" pitchFamily="18" charset="0"/>
                        </a:rPr>
                        <m:t>s</m:t>
                      </m:r>
                    </m:oMath>
                  </m:oMathPara>
                </a14:m>
                <a:endParaRPr lang="zh-CN" altLang="en-US" dirty="0"/>
              </a:p>
            </p:txBody>
          </p:sp>
        </mc:Choice>
        <mc:Fallback>
          <p:sp>
            <p:nvSpPr>
              <p:cNvPr id="12" name="Object 19">
                <a:extLst>
                  <a:ext uri="{FF2B5EF4-FFF2-40B4-BE49-F238E27FC236}">
                    <a16:creationId xmlns:a16="http://schemas.microsoft.com/office/drawing/2014/main" id="{C1CC8C34-B6E3-29D6-FB9F-7853E6270A4D}"/>
                  </a:ext>
                </a:extLst>
              </p:cNvPr>
              <p:cNvSpPr txBox="1">
                <a:spLocks noRot="1" noChangeAspect="1" noMove="1" noResize="1" noEditPoints="1" noAdjustHandles="1" noChangeArrowheads="1" noChangeShapeType="1" noTextEdit="1"/>
              </p:cNvSpPr>
              <p:nvPr/>
            </p:nvSpPr>
            <p:spPr bwMode="auto">
              <a:xfrm>
                <a:off x="5507986" y="4343399"/>
                <a:ext cx="2686050" cy="413311"/>
              </a:xfrm>
              <a:prstGeom prst="rect">
                <a:avLst/>
              </a:prstGeom>
              <a:blipFill>
                <a:blip r:embed="rId13"/>
                <a:stretch>
                  <a:fillRect/>
                </a:stretch>
              </a:blipFill>
              <a:ln>
                <a:noFill/>
              </a:ln>
            </p:spPr>
            <p:txBody>
              <a:bodyPr/>
              <a:lstStyle/>
              <a:p>
                <a:r>
                  <a:rPr lang="zh-CN" altLang="en-US">
                    <a:noFill/>
                  </a:rPr>
                  <a:t> </a:t>
                </a:r>
              </a:p>
            </p:txBody>
          </p:sp>
        </mc:Fallback>
      </mc:AlternateContent>
    </p:spTree>
  </p:cSld>
  <p:clrMapOvr>
    <a:masterClrMapping/>
  </p:clrMapOvr>
  <p:transition advTm="16992"/>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059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059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06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10598"/>
                                        </p:tgtEl>
                                        <p:attrNameLst>
                                          <p:attrName>style.visibility</p:attrName>
                                        </p:attrNameLst>
                                      </p:cBhvr>
                                      <p:to>
                                        <p:strVal val="visible"/>
                                      </p:to>
                                    </p:set>
                                    <p:animEffect transition="in" filter="barn(inVertical)">
                                      <p:cBhvr>
                                        <p:cTn id="15" dur="500"/>
                                        <p:tgtEl>
                                          <p:spTgt spid="110598"/>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110599"/>
                                        </p:tgtEl>
                                        <p:attrNameLst>
                                          <p:attrName>style.visibility</p:attrName>
                                        </p:attrNameLst>
                                      </p:cBhvr>
                                      <p:to>
                                        <p:strVal val="visible"/>
                                      </p:to>
                                    </p:set>
                                    <p:animEffect transition="in" filter="barn(inVertical)">
                                      <p:cBhvr>
                                        <p:cTn id="18" dur="500"/>
                                        <p:tgtEl>
                                          <p:spTgt spid="110599"/>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10600"/>
                                        </p:tgtEl>
                                        <p:attrNameLst>
                                          <p:attrName>style.visibility</p:attrName>
                                        </p:attrNameLst>
                                      </p:cBhvr>
                                      <p:to>
                                        <p:strVal val="visible"/>
                                      </p:to>
                                    </p:set>
                                    <p:anim calcmode="lin" valueType="num">
                                      <p:cBhvr additive="base">
                                        <p:cTn id="23" dur="500" fill="hold"/>
                                        <p:tgtEl>
                                          <p:spTgt spid="110600"/>
                                        </p:tgtEl>
                                        <p:attrNameLst>
                                          <p:attrName>ppt_x</p:attrName>
                                        </p:attrNameLst>
                                      </p:cBhvr>
                                      <p:tavLst>
                                        <p:tav tm="0">
                                          <p:val>
                                            <p:strVal val="#ppt_x"/>
                                          </p:val>
                                        </p:tav>
                                        <p:tav tm="100000">
                                          <p:val>
                                            <p:strVal val="#ppt_x"/>
                                          </p:val>
                                        </p:tav>
                                      </p:tavLst>
                                    </p:anim>
                                    <p:anim calcmode="lin" valueType="num">
                                      <p:cBhvr additive="base">
                                        <p:cTn id="24" dur="500" fill="hold"/>
                                        <p:tgtEl>
                                          <p:spTgt spid="11060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060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060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10605"/>
                                        </p:tgtEl>
                                        <p:attrNameLst>
                                          <p:attrName>style.visibility</p:attrName>
                                        </p:attrNameLst>
                                      </p:cBhvr>
                                      <p:to>
                                        <p:strVal val="visible"/>
                                      </p:to>
                                    </p:set>
                                    <p:animEffect transition="in" filter="wipe(down)">
                                      <p:cBhvr>
                                        <p:cTn id="35" dur="500"/>
                                        <p:tgtEl>
                                          <p:spTgt spid="110605"/>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110606"/>
                                        </p:tgtEl>
                                        <p:attrNameLst>
                                          <p:attrName>style.visibility</p:attrName>
                                        </p:attrNameLst>
                                      </p:cBhvr>
                                      <p:to>
                                        <p:strVal val="visible"/>
                                      </p:to>
                                    </p:set>
                                    <p:animEffect transition="in" filter="wipe(down)">
                                      <p:cBhvr>
                                        <p:cTn id="38" dur="500"/>
                                        <p:tgtEl>
                                          <p:spTgt spid="110606"/>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060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1060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06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10611"/>
                                        </p:tgtEl>
                                        <p:attrNameLst>
                                          <p:attrName>style.visibility</p:attrName>
                                        </p:attrNameLst>
                                      </p:cBhvr>
                                      <p:to>
                                        <p:strVal val="visible"/>
                                      </p:to>
                                    </p:set>
                                    <p:anim calcmode="lin" valueType="num">
                                      <p:cBhvr additive="base">
                                        <p:cTn id="53" dur="500" fill="hold"/>
                                        <p:tgtEl>
                                          <p:spTgt spid="110611"/>
                                        </p:tgtEl>
                                        <p:attrNameLst>
                                          <p:attrName>ppt_x</p:attrName>
                                        </p:attrNameLst>
                                      </p:cBhvr>
                                      <p:tavLst>
                                        <p:tav tm="0">
                                          <p:val>
                                            <p:strVal val="#ppt_x"/>
                                          </p:val>
                                        </p:tav>
                                        <p:tav tm="100000">
                                          <p:val>
                                            <p:strVal val="#ppt_x"/>
                                          </p:val>
                                        </p:tav>
                                      </p:tavLst>
                                    </p:anim>
                                    <p:anim calcmode="lin" valueType="num">
                                      <p:cBhvr additive="base">
                                        <p:cTn id="54" dur="500" fill="hold"/>
                                        <p:tgtEl>
                                          <p:spTgt spid="110611"/>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1"/>
                                        </p:tgtEl>
                                        <p:attrNameLst>
                                          <p:attrName>style.visibility</p:attrName>
                                        </p:attrNameLst>
                                      </p:cBhvr>
                                      <p:to>
                                        <p:strVal val="visible"/>
                                      </p:to>
                                    </p:set>
                                    <p:anim calcmode="lin" valueType="num">
                                      <p:cBhvr additive="base">
                                        <p:cTn id="57" dur="500" fill="hold"/>
                                        <p:tgtEl>
                                          <p:spTgt spid="11"/>
                                        </p:tgtEl>
                                        <p:attrNameLst>
                                          <p:attrName>ppt_x</p:attrName>
                                        </p:attrNameLst>
                                      </p:cBhvr>
                                      <p:tavLst>
                                        <p:tav tm="0">
                                          <p:val>
                                            <p:strVal val="#ppt_x"/>
                                          </p:val>
                                        </p:tav>
                                        <p:tav tm="100000">
                                          <p:val>
                                            <p:strVal val="#ppt_x"/>
                                          </p:val>
                                        </p:tav>
                                      </p:tavLst>
                                    </p:anim>
                                    <p:anim calcmode="lin" valueType="num">
                                      <p:cBhvr additive="base">
                                        <p:cTn id="5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6" grpId="0"/>
      <p:bldP spid="110597" grpId="0"/>
      <p:bldP spid="110598" grpId="0"/>
      <p:bldP spid="110599" grpId="0"/>
      <p:bldP spid="110600" grpId="0"/>
      <p:bldP spid="110602" grpId="0"/>
      <p:bldP spid="110603" grpId="0"/>
      <p:bldP spid="110605" grpId="0"/>
      <p:bldP spid="110606" grpId="0"/>
      <p:bldP spid="110608" grpId="0"/>
      <p:bldP spid="110609" grpId="0"/>
      <p:bldP spid="110610" grpId="0"/>
      <p:bldP spid="110611" grpId="0"/>
      <p:bldP spid="110612" grpId="0"/>
      <p:bldP spid="2" grpId="0"/>
      <p:bldP spid="11" grpId="0"/>
      <p:bldP spid="12" grpId="0"/>
    </p:bld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909ba3c2-c718-4e36-a625-82f38e50e009"/>
  <p:tag name="COMMONDATA" val="eyJoZGlkIjoiZTFhMGE2NTI5YTdkYzdlN2ZlY2Q2ZWM1OGRlODFjN2I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空演示文稿">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TotalTime>
  <Words>372</Words>
  <Application>Microsoft Office PowerPoint</Application>
  <PresentationFormat>全屏显示(16:10)</PresentationFormat>
  <Paragraphs>25</Paragraphs>
  <Slides>3</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3</vt:i4>
      </vt:variant>
    </vt:vector>
  </HeadingPairs>
  <TitlesOfParts>
    <vt:vector size="11" baseType="lpstr">
      <vt:lpstr>等线</vt:lpstr>
      <vt:lpstr>Arial</vt:lpstr>
      <vt:lpstr>Calibri</vt:lpstr>
      <vt:lpstr>Calibri Light</vt:lpstr>
      <vt:lpstr>Cambria Math</vt:lpstr>
      <vt:lpstr>Times New Roman</vt:lpstr>
      <vt:lpstr>空演示文稿</vt:lpstr>
      <vt:lpstr>Microsoft 公式 3.0</vt:lpstr>
      <vt:lpstr>PowerPoint 演示文稿</vt:lpstr>
      <vt:lpstr>PowerPoint 演示文稿</vt:lpstr>
      <vt:lpstr>PowerPoint 演示文稿</vt:lpstr>
    </vt:vector>
  </TitlesOfParts>
  <Manager/>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DYS</dc:creator>
  <cp:lastModifiedBy>才明 刘</cp:lastModifiedBy>
  <cp:revision>167</cp:revision>
  <dcterms:created xsi:type="dcterms:W3CDTF">1999-03-29T13:23:17Z</dcterms:created>
  <dcterms:modified xsi:type="dcterms:W3CDTF">2025-04-09T13:43:46Z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FCC1F2FFE34845449D76ACC8FCA3559C_13</vt:lpwstr>
  </property>
  <property fmtid="{D5CDD505-2E9C-101B-9397-08002B2CF9AE}" pid="3" name="KSOProductBuildVer">
    <vt:lpwstr>2052-11.1.0.14036</vt:lpwstr>
  </property>
</Properties>
</file>